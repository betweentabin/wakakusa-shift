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68"/>
  </p:notesMasterIdLst>
  <p:sldIdLst>
    <p:sldId id="327" r:id="rId3"/>
    <p:sldId id="323" r:id="rId4"/>
    <p:sldId id="344" r:id="rId5"/>
    <p:sldId id="329" r:id="rId6"/>
    <p:sldId id="351" r:id="rId7"/>
    <p:sldId id="353" r:id="rId8"/>
    <p:sldId id="350" r:id="rId9"/>
    <p:sldId id="334" r:id="rId10"/>
    <p:sldId id="346" r:id="rId11"/>
    <p:sldId id="348" r:id="rId12"/>
    <p:sldId id="349" r:id="rId13"/>
    <p:sldId id="328" r:id="rId14"/>
    <p:sldId id="347" r:id="rId15"/>
    <p:sldId id="339" r:id="rId16"/>
    <p:sldId id="340" r:id="rId17"/>
    <p:sldId id="341" r:id="rId18"/>
    <p:sldId id="342" r:id="rId19"/>
    <p:sldId id="343" r:id="rId20"/>
    <p:sldId id="330" r:id="rId21"/>
    <p:sldId id="331" r:id="rId22"/>
    <p:sldId id="332" r:id="rId23"/>
    <p:sldId id="355" r:id="rId24"/>
    <p:sldId id="356" r:id="rId25"/>
    <p:sldId id="357" r:id="rId26"/>
    <p:sldId id="358" r:id="rId27"/>
    <p:sldId id="354" r:id="rId28"/>
    <p:sldId id="359" r:id="rId29"/>
    <p:sldId id="360" r:id="rId30"/>
    <p:sldId id="361" r:id="rId31"/>
    <p:sldId id="362" r:id="rId32"/>
    <p:sldId id="363" r:id="rId33"/>
    <p:sldId id="364" r:id="rId34"/>
    <p:sldId id="365" r:id="rId35"/>
    <p:sldId id="367" r:id="rId36"/>
    <p:sldId id="368" r:id="rId37"/>
    <p:sldId id="369" r:id="rId38"/>
    <p:sldId id="370" r:id="rId39"/>
    <p:sldId id="371" r:id="rId40"/>
    <p:sldId id="366" r:id="rId41"/>
    <p:sldId id="373" r:id="rId42"/>
    <p:sldId id="375" r:id="rId43"/>
    <p:sldId id="376" r:id="rId44"/>
    <p:sldId id="377"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74" r:id="rId63"/>
    <p:sldId id="397" r:id="rId64"/>
    <p:sldId id="398" r:id="rId65"/>
    <p:sldId id="396" r:id="rId66"/>
    <p:sldId id="326" r:id="rId67"/>
  </p:sldIdLst>
  <p:sldSz cx="13444538" cy="7562850"/>
  <p:notesSz cx="10020300" cy="6888163"/>
  <p:defaultTextStyle>
    <a:defPPr>
      <a:defRPr kern="0"/>
    </a:defPPr>
  </p:defaultTextStyle>
  <p:extLst>
    <p:ext uri="{521415D9-36F7-43E2-AB2F-B90AF26B5E84}">
      <p14:sectionLst xmlns:p14="http://schemas.microsoft.com/office/powerpoint/2010/main">
        <p14:section name="既定のセクション" id="{502F5ED4-7192-4A78-B3A8-F99C7C9C2670}">
          <p14:sldIdLst>
            <p14:sldId id="327"/>
            <p14:sldId id="323"/>
            <p14:sldId id="344"/>
          </p14:sldIdLst>
        </p14:section>
        <p14:section name="シフト管理機能" id="{1F8D0BF8-984F-4262-8FA7-4D6C16173B53}">
          <p14:sldIdLst>
            <p14:sldId id="329"/>
            <p14:sldId id="351"/>
            <p14:sldId id="353"/>
            <p14:sldId id="350"/>
            <p14:sldId id="334"/>
            <p14:sldId id="346"/>
            <p14:sldId id="348"/>
            <p14:sldId id="349"/>
            <p14:sldId id="328"/>
            <p14:sldId id="347"/>
            <p14:sldId id="339"/>
            <p14:sldId id="340"/>
            <p14:sldId id="341"/>
            <p14:sldId id="342"/>
            <p14:sldId id="343"/>
          </p14:sldIdLst>
        </p14:section>
        <p14:section name="栽培管理機能" id="{DCDC0096-3A39-4ECA-8471-03F7F0364275}">
          <p14:sldIdLst>
            <p14:sldId id="330"/>
            <p14:sldId id="331"/>
          </p14:sldIdLst>
        </p14:section>
        <p14:section name="発注管理機能" id="{34619AA4-B0FB-40C5-8525-49A632551D9D}">
          <p14:sldIdLst>
            <p14:sldId id="332"/>
            <p14:sldId id="355"/>
            <p14:sldId id="356"/>
            <p14:sldId id="357"/>
            <p14:sldId id="358"/>
            <p14:sldId id="354"/>
            <p14:sldId id="359"/>
            <p14:sldId id="360"/>
            <p14:sldId id="361"/>
            <p14:sldId id="362"/>
            <p14:sldId id="363"/>
            <p14:sldId id="364"/>
          </p14:sldIdLst>
        </p14:section>
        <p14:section name="受注管理機能" id="{A3267C02-D019-48DB-94F4-E49A550E8E35}">
          <p14:sldIdLst>
            <p14:sldId id="365"/>
            <p14:sldId id="367"/>
            <p14:sldId id="368"/>
            <p14:sldId id="369"/>
            <p14:sldId id="370"/>
            <p14:sldId id="371"/>
            <p14:sldId id="366"/>
            <p14:sldId id="373"/>
            <p14:sldId id="375"/>
            <p14:sldId id="376"/>
            <p14:sldId id="377"/>
            <p14:sldId id="379"/>
            <p14:sldId id="380"/>
            <p14:sldId id="381"/>
            <p14:sldId id="382"/>
            <p14:sldId id="383"/>
            <p14:sldId id="384"/>
            <p14:sldId id="385"/>
            <p14:sldId id="386"/>
            <p14:sldId id="387"/>
            <p14:sldId id="388"/>
            <p14:sldId id="389"/>
            <p14:sldId id="390"/>
            <p14:sldId id="391"/>
            <p14:sldId id="392"/>
            <p14:sldId id="393"/>
            <p14:sldId id="394"/>
            <p14:sldId id="395"/>
            <p14:sldId id="374"/>
            <p14:sldId id="397"/>
            <p14:sldId id="398"/>
            <p14:sldId id="396"/>
            <p14:sldId id="326"/>
          </p14:sldIdLst>
        </p14:section>
      </p14:sectionLst>
    </p:ext>
    <p:ext uri="{EFAFB233-063F-42B5-8137-9DF3F51BA10A}">
      <p15:sldGuideLst xmlns:p15="http://schemas.microsoft.com/office/powerpoint/2012/main">
        <p15:guide id="1" orient="horz" pos="2862" userDrawn="1">
          <p15:clr>
            <a:srgbClr val="A4A3A4"/>
          </p15:clr>
        </p15:guide>
        <p15:guide id="2" pos="19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CEE7"/>
    <a:srgbClr val="055B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5728" autoAdjust="0"/>
  </p:normalViewPr>
  <p:slideViewPr>
    <p:cSldViewPr>
      <p:cViewPr varScale="1">
        <p:scale>
          <a:sx n="84" d="100"/>
          <a:sy n="84" d="100"/>
        </p:scale>
        <p:origin x="185" y="43"/>
      </p:cViewPr>
      <p:guideLst>
        <p:guide orient="horz" pos="2862"/>
        <p:guide pos="197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kehiro nakamaru" userId="80fedbc913b6d45c" providerId="LiveId" clId="{32DD7238-1280-4DB0-AED6-E0ECDA074382}"/>
    <pc:docChg chg="undo custSel modSld">
      <pc:chgData name="takehiro nakamaru" userId="80fedbc913b6d45c" providerId="LiveId" clId="{32DD7238-1280-4DB0-AED6-E0ECDA074382}" dt="2025-02-12T10:12:00.991" v="482" actId="207"/>
      <pc:docMkLst>
        <pc:docMk/>
      </pc:docMkLst>
      <pc:sldChg chg="addSp modSp mod modNotesTx">
        <pc:chgData name="takehiro nakamaru" userId="80fedbc913b6d45c" providerId="LiveId" clId="{32DD7238-1280-4DB0-AED6-E0ECDA074382}" dt="2025-02-12T10:12:00.991" v="482" actId="207"/>
        <pc:sldMkLst>
          <pc:docMk/>
          <pc:sldMk cId="1246512944" sldId="325"/>
        </pc:sldMkLst>
      </pc:sldChg>
      <pc:sldChg chg="addSp delSp modSp mod">
        <pc:chgData name="takehiro nakamaru" userId="80fedbc913b6d45c" providerId="LiveId" clId="{32DD7238-1280-4DB0-AED6-E0ECDA074382}" dt="2025-02-07T05:35:34.181" v="10" actId="1076"/>
        <pc:sldMkLst>
          <pc:docMk/>
          <pc:sldMk cId="2664916297" sldId="327"/>
        </pc:sldMkLst>
        <pc:picChg chg="add mod">
          <ac:chgData name="takehiro nakamaru" userId="80fedbc913b6d45c" providerId="LiveId" clId="{32DD7238-1280-4DB0-AED6-E0ECDA074382}" dt="2025-02-07T05:35:34.181" v="10" actId="1076"/>
          <ac:picMkLst>
            <pc:docMk/>
            <pc:sldMk cId="2664916297" sldId="327"/>
            <ac:picMk id="10" creationId="{89C127CA-5869-F4DF-F73E-802C22D3E7E8}"/>
          </ac:picMkLst>
        </pc:picChg>
      </pc:sldChg>
    </pc:docChg>
  </pc:docChgLst>
  <pc:docChgLst>
    <pc:chgData name="takehiro nakamaru" userId="80fedbc913b6d45c" providerId="LiveId" clId="{3B349F3E-FB95-46ED-9458-8D16A006E4D2}"/>
    <pc:docChg chg="undo custSel delSld modSld">
      <pc:chgData name="takehiro nakamaru" userId="80fedbc913b6d45c" providerId="LiveId" clId="{3B349F3E-FB95-46ED-9458-8D16A006E4D2}" dt="2025-02-14T10:45:25.850" v="1505" actId="20577"/>
      <pc:docMkLst>
        <pc:docMk/>
      </pc:docMkLst>
      <pc:sldChg chg="del">
        <pc:chgData name="takehiro nakamaru" userId="80fedbc913b6d45c" providerId="LiveId" clId="{3B349F3E-FB95-46ED-9458-8D16A006E4D2}" dt="2025-02-14T05:02:29.329" v="58" actId="47"/>
        <pc:sldMkLst>
          <pc:docMk/>
          <pc:sldMk cId="0" sldId="258"/>
        </pc:sldMkLst>
      </pc:sldChg>
      <pc:sldChg chg="addSp delSp modSp mod">
        <pc:chgData name="takehiro nakamaru" userId="80fedbc913b6d45c" providerId="LiveId" clId="{3B349F3E-FB95-46ED-9458-8D16A006E4D2}" dt="2025-02-14T10:45:25.850" v="1505" actId="20577"/>
        <pc:sldMkLst>
          <pc:docMk/>
          <pc:sldMk cId="2898786270" sldId="305"/>
        </pc:sldMkLst>
      </pc:sldChg>
      <pc:sldChg chg="del">
        <pc:chgData name="takehiro nakamaru" userId="80fedbc913b6d45c" providerId="LiveId" clId="{3B349F3E-FB95-46ED-9458-8D16A006E4D2}" dt="2025-02-14T05:02:30.209" v="59" actId="47"/>
        <pc:sldMkLst>
          <pc:docMk/>
          <pc:sldMk cId="4096319899" sldId="317"/>
        </pc:sldMkLst>
      </pc:sldChg>
      <pc:sldChg chg="del">
        <pc:chgData name="takehiro nakamaru" userId="80fedbc913b6d45c" providerId="LiveId" clId="{3B349F3E-FB95-46ED-9458-8D16A006E4D2}" dt="2025-02-14T05:02:25.818" v="55" actId="47"/>
        <pc:sldMkLst>
          <pc:docMk/>
          <pc:sldMk cId="3075866795" sldId="318"/>
        </pc:sldMkLst>
      </pc:sldChg>
      <pc:sldChg chg="del">
        <pc:chgData name="takehiro nakamaru" userId="80fedbc913b6d45c" providerId="LiveId" clId="{3B349F3E-FB95-46ED-9458-8D16A006E4D2}" dt="2025-02-14T05:02:24.402" v="53" actId="47"/>
        <pc:sldMkLst>
          <pc:docMk/>
          <pc:sldMk cId="1987615961" sldId="320"/>
        </pc:sldMkLst>
      </pc:sldChg>
      <pc:sldChg chg="del">
        <pc:chgData name="takehiro nakamaru" userId="80fedbc913b6d45c" providerId="LiveId" clId="{3B349F3E-FB95-46ED-9458-8D16A006E4D2}" dt="2025-02-14T05:02:25.035" v="54" actId="47"/>
        <pc:sldMkLst>
          <pc:docMk/>
          <pc:sldMk cId="3018474674" sldId="321"/>
        </pc:sldMkLst>
      </pc:sldChg>
      <pc:sldChg chg="addSp delSp modSp mod">
        <pc:chgData name="takehiro nakamaru" userId="80fedbc913b6d45c" providerId="LiveId" clId="{3B349F3E-FB95-46ED-9458-8D16A006E4D2}" dt="2025-02-14T09:27:43.028" v="1159" actId="20577"/>
        <pc:sldMkLst>
          <pc:docMk/>
          <pc:sldMk cId="4037033722" sldId="323"/>
        </pc:sldMkLst>
        <pc:spChg chg="mod">
          <ac:chgData name="takehiro nakamaru" userId="80fedbc913b6d45c" providerId="LiveId" clId="{3B349F3E-FB95-46ED-9458-8D16A006E4D2}" dt="2025-02-14T08:07:42.235" v="748" actId="108"/>
          <ac:spMkLst>
            <pc:docMk/>
            <pc:sldMk cId="4037033722" sldId="323"/>
            <ac:spMk id="14" creationId="{7CC0BAD7-0CA5-FB07-72D1-6E09F925194D}"/>
          </ac:spMkLst>
        </pc:spChg>
        <pc:spChg chg="add del mod">
          <ac:chgData name="takehiro nakamaru" userId="80fedbc913b6d45c" providerId="LiveId" clId="{3B349F3E-FB95-46ED-9458-8D16A006E4D2}" dt="2025-02-14T09:27:43.028" v="1159" actId="20577"/>
          <ac:spMkLst>
            <pc:docMk/>
            <pc:sldMk cId="4037033722" sldId="323"/>
            <ac:spMk id="19" creationId="{14B87659-17CF-F6D5-5502-4BB0434CBE47}"/>
          </ac:spMkLst>
        </pc:spChg>
      </pc:sldChg>
      <pc:sldChg chg="del">
        <pc:chgData name="takehiro nakamaru" userId="80fedbc913b6d45c" providerId="LiveId" clId="{3B349F3E-FB95-46ED-9458-8D16A006E4D2}" dt="2025-02-14T05:02:23.719" v="52" actId="47"/>
        <pc:sldMkLst>
          <pc:docMk/>
          <pc:sldMk cId="4240326599" sldId="324"/>
        </pc:sldMkLst>
      </pc:sldChg>
      <pc:sldChg chg="del">
        <pc:chgData name="takehiro nakamaru" userId="80fedbc913b6d45c" providerId="LiveId" clId="{3B349F3E-FB95-46ED-9458-8D16A006E4D2}" dt="2025-02-14T05:02:33.776" v="61" actId="47"/>
        <pc:sldMkLst>
          <pc:docMk/>
          <pc:sldMk cId="1246512944" sldId="325"/>
        </pc:sldMkLst>
      </pc:sldChg>
      <pc:sldChg chg="modSp mod">
        <pc:chgData name="takehiro nakamaru" userId="80fedbc913b6d45c" providerId="LiveId" clId="{3B349F3E-FB95-46ED-9458-8D16A006E4D2}" dt="2025-02-14T05:02:12.275" v="51" actId="20577"/>
        <pc:sldMkLst>
          <pc:docMk/>
          <pc:sldMk cId="2664916297" sldId="327"/>
        </pc:sldMkLst>
        <pc:spChg chg="mod">
          <ac:chgData name="takehiro nakamaru" userId="80fedbc913b6d45c" providerId="LiveId" clId="{3B349F3E-FB95-46ED-9458-8D16A006E4D2}" dt="2025-02-14T05:02:12.275" v="51" actId="20577"/>
          <ac:spMkLst>
            <pc:docMk/>
            <pc:sldMk cId="2664916297" sldId="327"/>
            <ac:spMk id="33" creationId="{838A90E2-8958-10B9-3A6E-C5FEF32682E4}"/>
          </ac:spMkLst>
        </pc:spChg>
      </pc:sldChg>
      <pc:sldChg chg="del">
        <pc:chgData name="takehiro nakamaru" userId="80fedbc913b6d45c" providerId="LiveId" clId="{3B349F3E-FB95-46ED-9458-8D16A006E4D2}" dt="2025-02-14T05:02:40.276" v="64" actId="47"/>
        <pc:sldMkLst>
          <pc:docMk/>
          <pc:sldMk cId="2465842541" sldId="328"/>
        </pc:sldMkLst>
      </pc:sldChg>
      <pc:sldChg chg="del">
        <pc:chgData name="takehiro nakamaru" userId="80fedbc913b6d45c" providerId="LiveId" clId="{3B349F3E-FB95-46ED-9458-8D16A006E4D2}" dt="2025-02-14T05:02:36.997" v="63" actId="47"/>
        <pc:sldMkLst>
          <pc:docMk/>
          <pc:sldMk cId="3536830645" sldId="329"/>
        </pc:sldMkLst>
      </pc:sldChg>
      <pc:sldChg chg="del">
        <pc:chgData name="takehiro nakamaru" userId="80fedbc913b6d45c" providerId="LiveId" clId="{3B349F3E-FB95-46ED-9458-8D16A006E4D2}" dt="2025-02-14T05:02:27.925" v="56" actId="47"/>
        <pc:sldMkLst>
          <pc:docMk/>
          <pc:sldMk cId="1858428089" sldId="330"/>
        </pc:sldMkLst>
      </pc:sldChg>
      <pc:sldChg chg="del">
        <pc:chgData name="takehiro nakamaru" userId="80fedbc913b6d45c" providerId="LiveId" clId="{3B349F3E-FB95-46ED-9458-8D16A006E4D2}" dt="2025-02-14T05:02:31.050" v="60" actId="47"/>
        <pc:sldMkLst>
          <pc:docMk/>
          <pc:sldMk cId="2952881617" sldId="331"/>
        </pc:sldMkLst>
      </pc:sldChg>
      <pc:sldChg chg="del">
        <pc:chgData name="takehiro nakamaru" userId="80fedbc913b6d45c" providerId="LiveId" clId="{3B349F3E-FB95-46ED-9458-8D16A006E4D2}" dt="2025-02-14T05:02:28.775" v="57" actId="47"/>
        <pc:sldMkLst>
          <pc:docMk/>
          <pc:sldMk cId="3985532676" sldId="332"/>
        </pc:sldMkLst>
      </pc:sldChg>
      <pc:sldChg chg="del">
        <pc:chgData name="takehiro nakamaru" userId="80fedbc913b6d45c" providerId="LiveId" clId="{3B349F3E-FB95-46ED-9458-8D16A006E4D2}" dt="2025-02-14T05:02:35.171" v="62" actId="47"/>
        <pc:sldMkLst>
          <pc:docMk/>
          <pc:sldMk cId="2175716974" sldId="333"/>
        </pc:sldMkLst>
      </pc:sldChg>
      <pc:sldMasterChg chg="delSldLayout">
        <pc:chgData name="takehiro nakamaru" userId="80fedbc913b6d45c" providerId="LiveId" clId="{3B349F3E-FB95-46ED-9458-8D16A006E4D2}" dt="2025-02-14T05:02:36.997" v="63" actId="47"/>
        <pc:sldMasterMkLst>
          <pc:docMk/>
          <pc:sldMasterMk cId="0" sldId="2147483648"/>
        </pc:sldMasterMkLst>
        <pc:sldLayoutChg chg="del">
          <pc:chgData name="takehiro nakamaru" userId="80fedbc913b6d45c" providerId="LiveId" clId="{3B349F3E-FB95-46ED-9458-8D16A006E4D2}" dt="2025-02-14T05:02:36.997" v="63" actId="47"/>
          <pc:sldLayoutMkLst>
            <pc:docMk/>
            <pc:sldMasterMk cId="0" sldId="2147483648"/>
            <pc:sldLayoutMk cId="1030916268" sldId="2147483666"/>
          </pc:sldLayoutMkLst>
        </pc:sldLayoutChg>
      </pc:sldMasterChg>
    </pc:docChg>
  </pc:docChgLst>
  <pc:docChgLst>
    <pc:chgData name="takehiro nakamaru" userId="80fedbc913b6d45c" providerId="LiveId" clId="{0AD33806-4FBC-448C-A02A-C3D44D58A0A1}"/>
    <pc:docChg chg="undo redo custSel addSld delSld modSld sldOrd modMainMaster addSection modSection">
      <pc:chgData name="takehiro nakamaru" userId="80fedbc913b6d45c" providerId="LiveId" clId="{0AD33806-4FBC-448C-A02A-C3D44D58A0A1}" dt="2025-04-30T14:36:43.289" v="3595" actId="1076"/>
      <pc:docMkLst>
        <pc:docMk/>
      </pc:docMkLst>
      <pc:sldChg chg="modSp mod">
        <pc:chgData name="takehiro nakamaru" userId="80fedbc913b6d45c" providerId="LiveId" clId="{0AD33806-4FBC-448C-A02A-C3D44D58A0A1}" dt="2025-04-08T04:34:19.642" v="2989" actId="20577"/>
        <pc:sldMkLst>
          <pc:docMk/>
          <pc:sldMk cId="4037033722" sldId="323"/>
        </pc:sldMkLst>
        <pc:spChg chg="mod">
          <ac:chgData name="takehiro nakamaru" userId="80fedbc913b6d45c" providerId="LiveId" clId="{0AD33806-4FBC-448C-A02A-C3D44D58A0A1}" dt="2025-04-08T02:04:44.369" v="970" actId="20577"/>
          <ac:spMkLst>
            <pc:docMk/>
            <pc:sldMk cId="4037033722" sldId="323"/>
            <ac:spMk id="4" creationId="{A8162519-F2AE-BA12-0991-5BB5659DF9D8}"/>
          </ac:spMkLst>
        </pc:spChg>
        <pc:spChg chg="mod">
          <ac:chgData name="takehiro nakamaru" userId="80fedbc913b6d45c" providerId="LiveId" clId="{0AD33806-4FBC-448C-A02A-C3D44D58A0A1}" dt="2025-04-08T02:06:10.435" v="1331" actId="20577"/>
          <ac:spMkLst>
            <pc:docMk/>
            <pc:sldMk cId="4037033722" sldId="323"/>
            <ac:spMk id="14" creationId="{7CC0BAD7-0CA5-FB07-72D1-6E09F925194D}"/>
          </ac:spMkLst>
        </pc:spChg>
        <pc:spChg chg="mod">
          <ac:chgData name="takehiro nakamaru" userId="80fedbc913b6d45c" providerId="LiveId" clId="{0AD33806-4FBC-448C-A02A-C3D44D58A0A1}" dt="2025-04-08T04:34:19.642" v="2989" actId="20577"/>
          <ac:spMkLst>
            <pc:docMk/>
            <pc:sldMk cId="4037033722" sldId="323"/>
            <ac:spMk id="17" creationId="{5F66F2CC-27DD-F7E4-44D4-052870F8D384}"/>
          </ac:spMkLst>
        </pc:spChg>
        <pc:spChg chg="mod">
          <ac:chgData name="takehiro nakamaru" userId="80fedbc913b6d45c" providerId="LiveId" clId="{0AD33806-4FBC-448C-A02A-C3D44D58A0A1}" dt="2025-04-08T02:44:30.674" v="2194"/>
          <ac:spMkLst>
            <pc:docMk/>
            <pc:sldMk cId="4037033722" sldId="323"/>
            <ac:spMk id="19" creationId="{14B87659-17CF-F6D5-5502-4BB0434CBE47}"/>
          </ac:spMkLst>
        </pc:spChg>
      </pc:sldChg>
      <pc:sldChg chg="modSp">
        <pc:chgData name="takehiro nakamaru" userId="80fedbc913b6d45c" providerId="LiveId" clId="{0AD33806-4FBC-448C-A02A-C3D44D58A0A1}" dt="2025-04-08T02:44:30.674" v="2194"/>
        <pc:sldMkLst>
          <pc:docMk/>
          <pc:sldMk cId="3801671939" sldId="326"/>
        </pc:sldMkLst>
        <pc:spChg chg="mod">
          <ac:chgData name="takehiro nakamaru" userId="80fedbc913b6d45c" providerId="LiveId" clId="{0AD33806-4FBC-448C-A02A-C3D44D58A0A1}" dt="2025-04-08T02:44:30.674" v="2194"/>
          <ac:spMkLst>
            <pc:docMk/>
            <pc:sldMk cId="3801671939" sldId="326"/>
            <ac:spMk id="21" creationId="{9F640FB3-6A23-A42B-ADD7-9FABB32D2621}"/>
          </ac:spMkLst>
        </pc:spChg>
        <pc:spChg chg="mod">
          <ac:chgData name="takehiro nakamaru" userId="80fedbc913b6d45c" providerId="LiveId" clId="{0AD33806-4FBC-448C-A02A-C3D44D58A0A1}" dt="2025-04-08T02:44:30.674" v="2194"/>
          <ac:spMkLst>
            <pc:docMk/>
            <pc:sldMk cId="3801671939" sldId="326"/>
            <ac:spMk id="24" creationId="{CC75D349-7445-8FDD-D00B-649D93C0D435}"/>
          </ac:spMkLst>
        </pc:spChg>
      </pc:sldChg>
      <pc:sldChg chg="modSp mod">
        <pc:chgData name="takehiro nakamaru" userId="80fedbc913b6d45c" providerId="LiveId" clId="{0AD33806-4FBC-448C-A02A-C3D44D58A0A1}" dt="2025-04-08T01:50:05.749" v="34" actId="20577"/>
        <pc:sldMkLst>
          <pc:docMk/>
          <pc:sldMk cId="2664916297" sldId="327"/>
        </pc:sldMkLst>
        <pc:spChg chg="mod">
          <ac:chgData name="takehiro nakamaru" userId="80fedbc913b6d45c" providerId="LiveId" clId="{0AD33806-4FBC-448C-A02A-C3D44D58A0A1}" dt="2025-04-08T01:50:05.749" v="34" actId="20577"/>
          <ac:spMkLst>
            <pc:docMk/>
            <pc:sldMk cId="2664916297" sldId="327"/>
            <ac:spMk id="33" creationId="{838A90E2-8958-10B9-3A6E-C5FEF32682E4}"/>
          </ac:spMkLst>
        </pc:spChg>
      </pc:sldChg>
      <pc:sldChg chg="del">
        <pc:chgData name="takehiro nakamaru" userId="80fedbc913b6d45c" providerId="LiveId" clId="{0AD33806-4FBC-448C-A02A-C3D44D58A0A1}" dt="2025-04-08T01:50:14.417" v="36" actId="47"/>
        <pc:sldMkLst>
          <pc:docMk/>
          <pc:sldMk cId="289939330" sldId="328"/>
        </pc:sldMkLst>
      </pc:sldChg>
      <pc:sldChg chg="addSp delSp modSp new mod ord">
        <pc:chgData name="takehiro nakamaru" userId="80fedbc913b6d45c" providerId="LiveId" clId="{0AD33806-4FBC-448C-A02A-C3D44D58A0A1}" dt="2025-04-21T01:55:42.216" v="3334"/>
        <pc:sldMkLst>
          <pc:docMk/>
          <pc:sldMk cId="3576245572" sldId="328"/>
        </pc:sldMkLst>
        <pc:spChg chg="mod">
          <ac:chgData name="takehiro nakamaru" userId="80fedbc913b6d45c" providerId="LiveId" clId="{0AD33806-4FBC-448C-A02A-C3D44D58A0A1}" dt="2025-04-08T01:58:59.835" v="149" actId="20577"/>
          <ac:spMkLst>
            <pc:docMk/>
            <pc:sldMk cId="3576245572" sldId="328"/>
            <ac:spMk id="2" creationId="{74CD6429-30C9-84FA-F188-AE32F63BC7BF}"/>
          </ac:spMkLst>
        </pc:spChg>
        <pc:picChg chg="add mod modCrop">
          <ac:chgData name="takehiro nakamaru" userId="80fedbc913b6d45c" providerId="LiveId" clId="{0AD33806-4FBC-448C-A02A-C3D44D58A0A1}" dt="2025-04-08T01:58:48.571" v="119" actId="732"/>
          <ac:picMkLst>
            <pc:docMk/>
            <pc:sldMk cId="3576245572" sldId="328"/>
            <ac:picMk id="8" creationId="{D2964EFC-5B54-6D38-D2B3-F16C6308BD59}"/>
          </ac:picMkLst>
        </pc:picChg>
      </pc:sldChg>
      <pc:sldChg chg="add ord">
        <pc:chgData name="takehiro nakamaru" userId="80fedbc913b6d45c" providerId="LiveId" clId="{0AD33806-4FBC-448C-A02A-C3D44D58A0A1}" dt="2025-04-21T01:55:19.619" v="3330" actId="20578"/>
        <pc:sldMkLst>
          <pc:docMk/>
          <pc:sldMk cId="1402768103" sldId="329"/>
        </pc:sldMkLst>
      </pc:sldChg>
      <pc:sldChg chg="del">
        <pc:chgData name="takehiro nakamaru" userId="80fedbc913b6d45c" providerId="LiveId" clId="{0AD33806-4FBC-448C-A02A-C3D44D58A0A1}" dt="2025-04-08T01:50:13.646" v="35" actId="47"/>
        <pc:sldMkLst>
          <pc:docMk/>
          <pc:sldMk cId="2197528298" sldId="329"/>
        </pc:sldMkLst>
      </pc:sldChg>
      <pc:sldChg chg="addSp delSp modSp add mod">
        <pc:chgData name="takehiro nakamaru" userId="80fedbc913b6d45c" providerId="LiveId" clId="{0AD33806-4FBC-448C-A02A-C3D44D58A0A1}" dt="2025-04-08T02:36:30.149" v="1906" actId="20577"/>
        <pc:sldMkLst>
          <pc:docMk/>
          <pc:sldMk cId="3109597301" sldId="330"/>
        </pc:sldMkLst>
        <pc:spChg chg="mod">
          <ac:chgData name="takehiro nakamaru" userId="80fedbc913b6d45c" providerId="LiveId" clId="{0AD33806-4FBC-448C-A02A-C3D44D58A0A1}" dt="2025-04-08T02:36:30.149" v="1906" actId="20577"/>
          <ac:spMkLst>
            <pc:docMk/>
            <pc:sldMk cId="3109597301" sldId="330"/>
            <ac:spMk id="2" creationId="{41BF0E82-B31B-E0E1-192C-6965DB29E75B}"/>
          </ac:spMkLst>
        </pc:spChg>
        <pc:spChg chg="add mod">
          <ac:chgData name="takehiro nakamaru" userId="80fedbc913b6d45c" providerId="LiveId" clId="{0AD33806-4FBC-448C-A02A-C3D44D58A0A1}" dt="2025-04-08T02:36:22.447" v="1898" actId="20577"/>
          <ac:spMkLst>
            <pc:docMk/>
            <pc:sldMk cId="3109597301" sldId="330"/>
            <ac:spMk id="7" creationId="{F8036702-0AD0-4082-6B2B-F3419C988B3C}"/>
          </ac:spMkLst>
        </pc:spChg>
        <pc:picChg chg="add mod ord modCrop">
          <ac:chgData name="takehiro nakamaru" userId="80fedbc913b6d45c" providerId="LiveId" clId="{0AD33806-4FBC-448C-A02A-C3D44D58A0A1}" dt="2025-04-08T02:31:41.655" v="1368" actId="166"/>
          <ac:picMkLst>
            <pc:docMk/>
            <pc:sldMk cId="3109597301" sldId="330"/>
            <ac:picMk id="4" creationId="{C1600281-EB5C-4CA0-8406-84902A36268B}"/>
          </ac:picMkLst>
        </pc:picChg>
        <pc:picChg chg="add mod modCrop">
          <ac:chgData name="takehiro nakamaru" userId="80fedbc913b6d45c" providerId="LiveId" clId="{0AD33806-4FBC-448C-A02A-C3D44D58A0A1}" dt="2025-04-08T02:31:44.483" v="1369" actId="1076"/>
          <ac:picMkLst>
            <pc:docMk/>
            <pc:sldMk cId="3109597301" sldId="330"/>
            <ac:picMk id="6" creationId="{A420120A-0BB0-B0EF-FB60-A0F0F43F6CBE}"/>
          </ac:picMkLst>
        </pc:picChg>
      </pc:sldChg>
      <pc:sldChg chg="addSp delSp modSp add mod">
        <pc:chgData name="takehiro nakamaru" userId="80fedbc913b6d45c" providerId="LiveId" clId="{0AD33806-4FBC-448C-A02A-C3D44D58A0A1}" dt="2025-04-08T02:52:53.299" v="2616" actId="20577"/>
        <pc:sldMkLst>
          <pc:docMk/>
          <pc:sldMk cId="4277843630" sldId="331"/>
        </pc:sldMkLst>
        <pc:spChg chg="add mod">
          <ac:chgData name="takehiro nakamaru" userId="80fedbc913b6d45c" providerId="LiveId" clId="{0AD33806-4FBC-448C-A02A-C3D44D58A0A1}" dt="2025-04-08T02:39:49.212" v="1976" actId="14100"/>
          <ac:spMkLst>
            <pc:docMk/>
            <pc:sldMk cId="4277843630" sldId="331"/>
            <ac:spMk id="3" creationId="{5F612124-3DAC-F6A6-5C4C-E23E6712BE02}"/>
          </ac:spMkLst>
        </pc:spChg>
        <pc:spChg chg="add mod">
          <ac:chgData name="takehiro nakamaru" userId="80fedbc913b6d45c" providerId="LiveId" clId="{0AD33806-4FBC-448C-A02A-C3D44D58A0A1}" dt="2025-04-08T02:49:07.178" v="2480" actId="207"/>
          <ac:spMkLst>
            <pc:docMk/>
            <pc:sldMk cId="4277843630" sldId="331"/>
            <ac:spMk id="5" creationId="{79B2200B-47C2-729D-705A-D0F6FB600EA7}"/>
          </ac:spMkLst>
        </pc:spChg>
        <pc:spChg chg="mod">
          <ac:chgData name="takehiro nakamaru" userId="80fedbc913b6d45c" providerId="LiveId" clId="{0AD33806-4FBC-448C-A02A-C3D44D58A0A1}" dt="2025-04-08T02:52:53.299" v="2616" actId="20577"/>
          <ac:spMkLst>
            <pc:docMk/>
            <pc:sldMk cId="4277843630" sldId="331"/>
            <ac:spMk id="7" creationId="{D2B48271-6199-469D-EDAC-281A294EF0F6}"/>
          </ac:spMkLst>
        </pc:spChg>
        <pc:spChg chg="add mod">
          <ac:chgData name="takehiro nakamaru" userId="80fedbc913b6d45c" providerId="LiveId" clId="{0AD33806-4FBC-448C-A02A-C3D44D58A0A1}" dt="2025-04-08T02:49:02.577" v="2475" actId="207"/>
          <ac:spMkLst>
            <pc:docMk/>
            <pc:sldMk cId="4277843630" sldId="331"/>
            <ac:spMk id="8" creationId="{1751BB2B-9349-34AC-3DE0-803C930435AE}"/>
          </ac:spMkLst>
        </pc:spChg>
        <pc:spChg chg="add mod">
          <ac:chgData name="takehiro nakamaru" userId="80fedbc913b6d45c" providerId="LiveId" clId="{0AD33806-4FBC-448C-A02A-C3D44D58A0A1}" dt="2025-04-08T02:48:55.106" v="2470" actId="207"/>
          <ac:spMkLst>
            <pc:docMk/>
            <pc:sldMk cId="4277843630" sldId="331"/>
            <ac:spMk id="9" creationId="{AF8EE3A4-B452-1DE5-069A-0543D2D3CE64}"/>
          </ac:spMkLst>
        </pc:spChg>
        <pc:spChg chg="add mod">
          <ac:chgData name="takehiro nakamaru" userId="80fedbc913b6d45c" providerId="LiveId" clId="{0AD33806-4FBC-448C-A02A-C3D44D58A0A1}" dt="2025-04-08T02:49:12.131" v="2484" actId="207"/>
          <ac:spMkLst>
            <pc:docMk/>
            <pc:sldMk cId="4277843630" sldId="331"/>
            <ac:spMk id="10" creationId="{4984584D-D1CE-443F-CED4-74F738571EA0}"/>
          </ac:spMkLst>
        </pc:spChg>
        <pc:spChg chg="add mod">
          <ac:chgData name="takehiro nakamaru" userId="80fedbc913b6d45c" providerId="LiveId" clId="{0AD33806-4FBC-448C-A02A-C3D44D58A0A1}" dt="2025-04-08T02:49:17.175" v="2488" actId="207"/>
          <ac:spMkLst>
            <pc:docMk/>
            <pc:sldMk cId="4277843630" sldId="331"/>
            <ac:spMk id="11" creationId="{12491416-96DB-CF1C-67A2-711FA1B25807}"/>
          </ac:spMkLst>
        </pc:spChg>
        <pc:spChg chg="add mod">
          <ac:chgData name="takehiro nakamaru" userId="80fedbc913b6d45c" providerId="LiveId" clId="{0AD33806-4FBC-448C-A02A-C3D44D58A0A1}" dt="2025-04-08T02:49:23.189" v="2492" actId="207"/>
          <ac:spMkLst>
            <pc:docMk/>
            <pc:sldMk cId="4277843630" sldId="331"/>
            <ac:spMk id="12" creationId="{29A398C4-8779-AA38-041C-E6ED1D658E07}"/>
          </ac:spMkLst>
        </pc:spChg>
        <pc:spChg chg="add mod">
          <ac:chgData name="takehiro nakamaru" userId="80fedbc913b6d45c" providerId="LiveId" clId="{0AD33806-4FBC-448C-A02A-C3D44D58A0A1}" dt="2025-04-08T02:51:34.080" v="2582" actId="207"/>
          <ac:spMkLst>
            <pc:docMk/>
            <pc:sldMk cId="4277843630" sldId="331"/>
            <ac:spMk id="13" creationId="{46F8245B-7D3E-319E-59F9-8C152333B1EF}"/>
          </ac:spMkLst>
        </pc:spChg>
        <pc:spChg chg="add mod">
          <ac:chgData name="takehiro nakamaru" userId="80fedbc913b6d45c" providerId="LiveId" clId="{0AD33806-4FBC-448C-A02A-C3D44D58A0A1}" dt="2025-04-08T02:51:34.080" v="2582" actId="207"/>
          <ac:spMkLst>
            <pc:docMk/>
            <pc:sldMk cId="4277843630" sldId="331"/>
            <ac:spMk id="14" creationId="{0FCDCAE0-873A-56E9-171B-380E9E89D9F5}"/>
          </ac:spMkLst>
        </pc:spChg>
        <pc:spChg chg="add mod">
          <ac:chgData name="takehiro nakamaru" userId="80fedbc913b6d45c" providerId="LiveId" clId="{0AD33806-4FBC-448C-A02A-C3D44D58A0A1}" dt="2025-04-08T02:49:45.372" v="2506" actId="207"/>
          <ac:spMkLst>
            <pc:docMk/>
            <pc:sldMk cId="4277843630" sldId="331"/>
            <ac:spMk id="15" creationId="{86FA3911-2C09-1CB3-FA27-21469C2AFFC1}"/>
          </ac:spMkLst>
        </pc:spChg>
        <pc:spChg chg="add mod">
          <ac:chgData name="takehiro nakamaru" userId="80fedbc913b6d45c" providerId="LiveId" clId="{0AD33806-4FBC-448C-A02A-C3D44D58A0A1}" dt="2025-04-08T02:49:54.461" v="2510" actId="207"/>
          <ac:spMkLst>
            <pc:docMk/>
            <pc:sldMk cId="4277843630" sldId="331"/>
            <ac:spMk id="16" creationId="{33D9662E-8CA5-1381-C93F-F8DDA50C2549}"/>
          </ac:spMkLst>
        </pc:spChg>
        <pc:spChg chg="add mod">
          <ac:chgData name="takehiro nakamaru" userId="80fedbc913b6d45c" providerId="LiveId" clId="{0AD33806-4FBC-448C-A02A-C3D44D58A0A1}" dt="2025-04-08T02:40:59.598" v="2017" actId="552"/>
          <ac:spMkLst>
            <pc:docMk/>
            <pc:sldMk cId="4277843630" sldId="331"/>
            <ac:spMk id="19" creationId="{32059417-A13B-E51F-EA8E-7B6BAE1A1B92}"/>
          </ac:spMkLst>
        </pc:spChg>
        <pc:spChg chg="add mod">
          <ac:chgData name="takehiro nakamaru" userId="80fedbc913b6d45c" providerId="LiveId" clId="{0AD33806-4FBC-448C-A02A-C3D44D58A0A1}" dt="2025-04-08T02:40:59.598" v="2017" actId="552"/>
          <ac:spMkLst>
            <pc:docMk/>
            <pc:sldMk cId="4277843630" sldId="331"/>
            <ac:spMk id="21" creationId="{24CD2AAA-3B34-4DA8-A8B8-B24E68FA6DEC}"/>
          </ac:spMkLst>
        </pc:spChg>
        <pc:spChg chg="add mod">
          <ac:chgData name="takehiro nakamaru" userId="80fedbc913b6d45c" providerId="LiveId" clId="{0AD33806-4FBC-448C-A02A-C3D44D58A0A1}" dt="2025-04-08T02:40:59.598" v="2017" actId="552"/>
          <ac:spMkLst>
            <pc:docMk/>
            <pc:sldMk cId="4277843630" sldId="331"/>
            <ac:spMk id="22" creationId="{0AE4DF41-E91C-292D-C5D0-887499996AD2}"/>
          </ac:spMkLst>
        </pc:spChg>
        <pc:spChg chg="add mod">
          <ac:chgData name="takehiro nakamaru" userId="80fedbc913b6d45c" providerId="LiveId" clId="{0AD33806-4FBC-448C-A02A-C3D44D58A0A1}" dt="2025-04-08T02:44:30.674" v="2194"/>
          <ac:spMkLst>
            <pc:docMk/>
            <pc:sldMk cId="4277843630" sldId="331"/>
            <ac:spMk id="23" creationId="{A7162F2F-FF2F-6B4B-A966-C734FC5A953A}"/>
          </ac:spMkLst>
        </pc:spChg>
        <pc:spChg chg="add mod">
          <ac:chgData name="takehiro nakamaru" userId="80fedbc913b6d45c" providerId="LiveId" clId="{0AD33806-4FBC-448C-A02A-C3D44D58A0A1}" dt="2025-04-08T02:44:30.674" v="2194"/>
          <ac:spMkLst>
            <pc:docMk/>
            <pc:sldMk cId="4277843630" sldId="331"/>
            <ac:spMk id="24" creationId="{B9FA64CF-906C-1996-BDB8-E880D0A7E880}"/>
          </ac:spMkLst>
        </pc:spChg>
        <pc:spChg chg="add mod">
          <ac:chgData name="takehiro nakamaru" userId="80fedbc913b6d45c" providerId="LiveId" clId="{0AD33806-4FBC-448C-A02A-C3D44D58A0A1}" dt="2025-04-08T02:51:34.080" v="2582" actId="207"/>
          <ac:spMkLst>
            <pc:docMk/>
            <pc:sldMk cId="4277843630" sldId="331"/>
            <ac:spMk id="25" creationId="{926A9A66-4960-5611-8FB5-48605E2A6918}"/>
          </ac:spMkLst>
        </pc:spChg>
        <pc:spChg chg="add mod">
          <ac:chgData name="takehiro nakamaru" userId="80fedbc913b6d45c" providerId="LiveId" clId="{0AD33806-4FBC-448C-A02A-C3D44D58A0A1}" dt="2025-04-08T02:50:08.444" v="2521" actId="207"/>
          <ac:spMkLst>
            <pc:docMk/>
            <pc:sldMk cId="4277843630" sldId="331"/>
            <ac:spMk id="26" creationId="{A741782B-4BEA-85F0-238E-553B8EE10197}"/>
          </ac:spMkLst>
        </pc:spChg>
        <pc:spChg chg="add mod">
          <ac:chgData name="takehiro nakamaru" userId="80fedbc913b6d45c" providerId="LiveId" clId="{0AD33806-4FBC-448C-A02A-C3D44D58A0A1}" dt="2025-04-08T02:50:03.837" v="2520" actId="207"/>
          <ac:spMkLst>
            <pc:docMk/>
            <pc:sldMk cId="4277843630" sldId="331"/>
            <ac:spMk id="27" creationId="{B50F84A1-7E2C-D566-A996-7EF6538A5DB8}"/>
          </ac:spMkLst>
        </pc:spChg>
        <pc:spChg chg="add mod">
          <ac:chgData name="takehiro nakamaru" userId="80fedbc913b6d45c" providerId="LiveId" clId="{0AD33806-4FBC-448C-A02A-C3D44D58A0A1}" dt="2025-04-08T02:50:23.796" v="2531" actId="207"/>
          <ac:spMkLst>
            <pc:docMk/>
            <pc:sldMk cId="4277843630" sldId="331"/>
            <ac:spMk id="28" creationId="{C1EB6C26-C673-C693-BECE-8FDBC23FCF6B}"/>
          </ac:spMkLst>
        </pc:spChg>
        <pc:spChg chg="add mod">
          <ac:chgData name="takehiro nakamaru" userId="80fedbc913b6d45c" providerId="LiveId" clId="{0AD33806-4FBC-448C-A02A-C3D44D58A0A1}" dt="2025-04-08T02:50:35.883" v="2537" actId="207"/>
          <ac:spMkLst>
            <pc:docMk/>
            <pc:sldMk cId="4277843630" sldId="331"/>
            <ac:spMk id="29" creationId="{EDC1D7D9-8EB9-942A-0121-DCB3AF55BA2B}"/>
          </ac:spMkLst>
        </pc:spChg>
        <pc:spChg chg="add mod">
          <ac:chgData name="takehiro nakamaru" userId="80fedbc913b6d45c" providerId="LiveId" clId="{0AD33806-4FBC-448C-A02A-C3D44D58A0A1}" dt="2025-04-08T02:50:50.322" v="2559" actId="207"/>
          <ac:spMkLst>
            <pc:docMk/>
            <pc:sldMk cId="4277843630" sldId="331"/>
            <ac:spMk id="30" creationId="{3F8368C7-A663-47C5-1520-8183B8DCC4B6}"/>
          </ac:spMkLst>
        </pc:spChg>
        <pc:spChg chg="add mod">
          <ac:chgData name="takehiro nakamaru" userId="80fedbc913b6d45c" providerId="LiveId" clId="{0AD33806-4FBC-448C-A02A-C3D44D58A0A1}" dt="2025-04-08T02:50:57.670" v="2564" actId="207"/>
          <ac:spMkLst>
            <pc:docMk/>
            <pc:sldMk cId="4277843630" sldId="331"/>
            <ac:spMk id="31" creationId="{42B9F9DF-55B0-92C1-47AD-4D0EF7EF2E87}"/>
          </ac:spMkLst>
        </pc:spChg>
        <pc:spChg chg="add mod">
          <ac:chgData name="takehiro nakamaru" userId="80fedbc913b6d45c" providerId="LiveId" clId="{0AD33806-4FBC-448C-A02A-C3D44D58A0A1}" dt="2025-04-08T02:51:08.549" v="2570" actId="207"/>
          <ac:spMkLst>
            <pc:docMk/>
            <pc:sldMk cId="4277843630" sldId="331"/>
            <ac:spMk id="32" creationId="{D52897C3-0F21-DAC0-F596-D562474E4201}"/>
          </ac:spMkLst>
        </pc:spChg>
        <pc:spChg chg="add mod">
          <ac:chgData name="takehiro nakamaru" userId="80fedbc913b6d45c" providerId="LiveId" clId="{0AD33806-4FBC-448C-A02A-C3D44D58A0A1}" dt="2025-04-08T02:51:23.444" v="2581" actId="207"/>
          <ac:spMkLst>
            <pc:docMk/>
            <pc:sldMk cId="4277843630" sldId="331"/>
            <ac:spMk id="33" creationId="{846B6408-5677-F920-C303-D79E66D58102}"/>
          </ac:spMkLst>
        </pc:spChg>
        <pc:spChg chg="add mod">
          <ac:chgData name="takehiro nakamaru" userId="80fedbc913b6d45c" providerId="LiveId" clId="{0AD33806-4FBC-448C-A02A-C3D44D58A0A1}" dt="2025-04-08T02:51:23.444" v="2581" actId="207"/>
          <ac:spMkLst>
            <pc:docMk/>
            <pc:sldMk cId="4277843630" sldId="331"/>
            <ac:spMk id="34" creationId="{1CE5FBEF-1A3C-88D3-1546-FC625954FAEC}"/>
          </ac:spMkLst>
        </pc:spChg>
        <pc:spChg chg="add mod">
          <ac:chgData name="takehiro nakamaru" userId="80fedbc913b6d45c" providerId="LiveId" clId="{0AD33806-4FBC-448C-A02A-C3D44D58A0A1}" dt="2025-04-08T02:45:26.056" v="2208" actId="20577"/>
          <ac:spMkLst>
            <pc:docMk/>
            <pc:sldMk cId="4277843630" sldId="331"/>
            <ac:spMk id="35" creationId="{CBA7579F-4843-E034-92B3-88A3583B5910}"/>
          </ac:spMkLst>
        </pc:spChg>
        <pc:spChg chg="add mod">
          <ac:chgData name="takehiro nakamaru" userId="80fedbc913b6d45c" providerId="LiveId" clId="{0AD33806-4FBC-448C-A02A-C3D44D58A0A1}" dt="2025-04-08T02:45:19.634" v="2202" actId="20577"/>
          <ac:spMkLst>
            <pc:docMk/>
            <pc:sldMk cId="4277843630" sldId="331"/>
            <ac:spMk id="36" creationId="{42F44371-2E6C-0092-DA14-FA74203087C4}"/>
          </ac:spMkLst>
        </pc:spChg>
        <pc:spChg chg="add mod">
          <ac:chgData name="takehiro nakamaru" userId="80fedbc913b6d45c" providerId="LiveId" clId="{0AD33806-4FBC-448C-A02A-C3D44D58A0A1}" dt="2025-04-08T02:45:17.317" v="2200" actId="20577"/>
          <ac:spMkLst>
            <pc:docMk/>
            <pc:sldMk cId="4277843630" sldId="331"/>
            <ac:spMk id="37" creationId="{B261DCE6-4A74-2112-3D4C-4D0B4F864025}"/>
          </ac:spMkLst>
        </pc:spChg>
        <pc:spChg chg="add mod">
          <ac:chgData name="takehiro nakamaru" userId="80fedbc913b6d45c" providerId="LiveId" clId="{0AD33806-4FBC-448C-A02A-C3D44D58A0A1}" dt="2025-04-08T02:45:15.082" v="2198" actId="20577"/>
          <ac:spMkLst>
            <pc:docMk/>
            <pc:sldMk cId="4277843630" sldId="331"/>
            <ac:spMk id="38" creationId="{1ED07019-C534-861C-EEB7-7297221431D7}"/>
          </ac:spMkLst>
        </pc:spChg>
        <pc:spChg chg="add mod">
          <ac:chgData name="takehiro nakamaru" userId="80fedbc913b6d45c" providerId="LiveId" clId="{0AD33806-4FBC-448C-A02A-C3D44D58A0A1}" dt="2025-04-08T02:45:12.385" v="2196" actId="20577"/>
          <ac:spMkLst>
            <pc:docMk/>
            <pc:sldMk cId="4277843630" sldId="331"/>
            <ac:spMk id="39" creationId="{2C5D713F-AB24-CFE6-4BF8-18AC69F50134}"/>
          </ac:spMkLst>
        </pc:spChg>
        <pc:spChg chg="add mod">
          <ac:chgData name="takehiro nakamaru" userId="80fedbc913b6d45c" providerId="LiveId" clId="{0AD33806-4FBC-448C-A02A-C3D44D58A0A1}" dt="2025-04-08T02:45:28.216" v="2210" actId="20577"/>
          <ac:spMkLst>
            <pc:docMk/>
            <pc:sldMk cId="4277843630" sldId="331"/>
            <ac:spMk id="40" creationId="{CE5DD71B-D988-B9A8-AA1E-23799E88ED9D}"/>
          </ac:spMkLst>
        </pc:spChg>
        <pc:spChg chg="add mod">
          <ac:chgData name="takehiro nakamaru" userId="80fedbc913b6d45c" providerId="LiveId" clId="{0AD33806-4FBC-448C-A02A-C3D44D58A0A1}" dt="2025-04-08T02:45:31.579" v="2212" actId="20577"/>
          <ac:spMkLst>
            <pc:docMk/>
            <pc:sldMk cId="4277843630" sldId="331"/>
            <ac:spMk id="41" creationId="{E73E8F55-DCD2-C1FF-281E-66727D656C28}"/>
          </ac:spMkLst>
        </pc:spChg>
        <pc:spChg chg="add mod">
          <ac:chgData name="takehiro nakamaru" userId="80fedbc913b6d45c" providerId="LiveId" clId="{0AD33806-4FBC-448C-A02A-C3D44D58A0A1}" dt="2025-04-08T02:45:33.826" v="2214" actId="20577"/>
          <ac:spMkLst>
            <pc:docMk/>
            <pc:sldMk cId="4277843630" sldId="331"/>
            <ac:spMk id="42" creationId="{32CFE283-8F18-09D5-77A2-BF788DA48D29}"/>
          </ac:spMkLst>
        </pc:spChg>
        <pc:spChg chg="add mod">
          <ac:chgData name="takehiro nakamaru" userId="80fedbc913b6d45c" providerId="LiveId" clId="{0AD33806-4FBC-448C-A02A-C3D44D58A0A1}" dt="2025-04-08T02:45:37.373" v="2216" actId="20577"/>
          <ac:spMkLst>
            <pc:docMk/>
            <pc:sldMk cId="4277843630" sldId="331"/>
            <ac:spMk id="43" creationId="{8865D3F1-DD22-73DB-846E-377EAFEE6507}"/>
          </ac:spMkLst>
        </pc:spChg>
        <pc:spChg chg="add mod">
          <ac:chgData name="takehiro nakamaru" userId="80fedbc913b6d45c" providerId="LiveId" clId="{0AD33806-4FBC-448C-A02A-C3D44D58A0A1}" dt="2025-04-08T02:45:39.241" v="2218" actId="20577"/>
          <ac:spMkLst>
            <pc:docMk/>
            <pc:sldMk cId="4277843630" sldId="331"/>
            <ac:spMk id="44" creationId="{3FA5DE8F-D7A0-D7BD-3A14-4043E8EB0BB3}"/>
          </ac:spMkLst>
        </pc:spChg>
        <pc:spChg chg="add mod">
          <ac:chgData name="takehiro nakamaru" userId="80fedbc913b6d45c" providerId="LiveId" clId="{0AD33806-4FBC-448C-A02A-C3D44D58A0A1}" dt="2025-04-08T02:45:51.504" v="2228" actId="20577"/>
          <ac:spMkLst>
            <pc:docMk/>
            <pc:sldMk cId="4277843630" sldId="331"/>
            <ac:spMk id="45" creationId="{A3F031B2-0D4A-197D-553C-2FA82AF8FFE5}"/>
          </ac:spMkLst>
        </pc:spChg>
        <pc:spChg chg="add mod">
          <ac:chgData name="takehiro nakamaru" userId="80fedbc913b6d45c" providerId="LiveId" clId="{0AD33806-4FBC-448C-A02A-C3D44D58A0A1}" dt="2025-04-08T02:45:49.396" v="2226" actId="20577"/>
          <ac:spMkLst>
            <pc:docMk/>
            <pc:sldMk cId="4277843630" sldId="331"/>
            <ac:spMk id="46" creationId="{D17BC9A6-A04E-0C42-F9B9-7B0622DCADA3}"/>
          </ac:spMkLst>
        </pc:spChg>
        <pc:spChg chg="add mod">
          <ac:chgData name="takehiro nakamaru" userId="80fedbc913b6d45c" providerId="LiveId" clId="{0AD33806-4FBC-448C-A02A-C3D44D58A0A1}" dt="2025-04-08T02:45:47.232" v="2224" actId="20577"/>
          <ac:spMkLst>
            <pc:docMk/>
            <pc:sldMk cId="4277843630" sldId="331"/>
            <ac:spMk id="47" creationId="{3DFF31FF-F1E6-5DC5-DF4C-28FFB976D262}"/>
          </ac:spMkLst>
        </pc:spChg>
        <pc:spChg chg="add mod">
          <ac:chgData name="takehiro nakamaru" userId="80fedbc913b6d45c" providerId="LiveId" clId="{0AD33806-4FBC-448C-A02A-C3D44D58A0A1}" dt="2025-04-08T02:45:45.104" v="2222" actId="20577"/>
          <ac:spMkLst>
            <pc:docMk/>
            <pc:sldMk cId="4277843630" sldId="331"/>
            <ac:spMk id="48" creationId="{52D22180-9642-503A-7C0F-EF1B2DBF3884}"/>
          </ac:spMkLst>
        </pc:spChg>
        <pc:spChg chg="add mod">
          <ac:chgData name="takehiro nakamaru" userId="80fedbc913b6d45c" providerId="LiveId" clId="{0AD33806-4FBC-448C-A02A-C3D44D58A0A1}" dt="2025-04-08T02:45:42.286" v="2220" actId="20577"/>
          <ac:spMkLst>
            <pc:docMk/>
            <pc:sldMk cId="4277843630" sldId="331"/>
            <ac:spMk id="49" creationId="{603E609A-66FF-FB41-6FFE-5BFD7E224E0E}"/>
          </ac:spMkLst>
        </pc:spChg>
        <pc:spChg chg="add mod">
          <ac:chgData name="takehiro nakamaru" userId="80fedbc913b6d45c" providerId="LiveId" clId="{0AD33806-4FBC-448C-A02A-C3D44D58A0A1}" dt="2025-04-08T02:48:16.021" v="2447" actId="1076"/>
          <ac:spMkLst>
            <pc:docMk/>
            <pc:sldMk cId="4277843630" sldId="331"/>
            <ac:spMk id="50" creationId="{FDB92F26-9011-236F-BBBE-8B33558C35F6}"/>
          </ac:spMkLst>
        </pc:spChg>
        <pc:spChg chg="add mod">
          <ac:chgData name="takehiro nakamaru" userId="80fedbc913b6d45c" providerId="LiveId" clId="{0AD33806-4FBC-448C-A02A-C3D44D58A0A1}" dt="2025-04-08T02:48:12.593" v="2446" actId="1076"/>
          <ac:spMkLst>
            <pc:docMk/>
            <pc:sldMk cId="4277843630" sldId="331"/>
            <ac:spMk id="51" creationId="{F931D8AC-5E28-09C9-9185-CC3EC94F15D6}"/>
          </ac:spMkLst>
        </pc:spChg>
        <pc:spChg chg="add mod">
          <ac:chgData name="takehiro nakamaru" userId="80fedbc913b6d45c" providerId="LiveId" clId="{0AD33806-4FBC-448C-A02A-C3D44D58A0A1}" dt="2025-04-08T02:48:33.160" v="2464" actId="1038"/>
          <ac:spMkLst>
            <pc:docMk/>
            <pc:sldMk cId="4277843630" sldId="331"/>
            <ac:spMk id="52" creationId="{9DBE875A-F37A-5987-F9A8-CFD8913A5213}"/>
          </ac:spMkLst>
        </pc:spChg>
        <pc:spChg chg="add mod">
          <ac:chgData name="takehiro nakamaru" userId="80fedbc913b6d45c" providerId="LiveId" clId="{0AD33806-4FBC-448C-A02A-C3D44D58A0A1}" dt="2025-04-08T02:48:39.895" v="2465" actId="207"/>
          <ac:spMkLst>
            <pc:docMk/>
            <pc:sldMk cId="4277843630" sldId="331"/>
            <ac:spMk id="53" creationId="{F3D45F73-B491-F3E3-8380-D8657B8B346A}"/>
          </ac:spMkLst>
        </pc:spChg>
        <pc:spChg chg="add mod">
          <ac:chgData name="takehiro nakamaru" userId="80fedbc913b6d45c" providerId="LiveId" clId="{0AD33806-4FBC-448C-A02A-C3D44D58A0A1}" dt="2025-04-08T02:51:54.569" v="2600" actId="20577"/>
          <ac:spMkLst>
            <pc:docMk/>
            <pc:sldMk cId="4277843630" sldId="331"/>
            <ac:spMk id="54" creationId="{D52B6010-1E56-8530-F222-609DA637F6D8}"/>
          </ac:spMkLst>
        </pc:spChg>
        <pc:spChg chg="add mod">
          <ac:chgData name="takehiro nakamaru" userId="80fedbc913b6d45c" providerId="LiveId" clId="{0AD33806-4FBC-448C-A02A-C3D44D58A0A1}" dt="2025-04-08T02:51:46.540" v="2585" actId="207"/>
          <ac:spMkLst>
            <pc:docMk/>
            <pc:sldMk cId="4277843630" sldId="331"/>
            <ac:spMk id="55" creationId="{1669D6E5-5FBA-50DF-0A46-CE74AF67DB9E}"/>
          </ac:spMkLst>
        </pc:spChg>
        <pc:picChg chg="mod modCrop">
          <ac:chgData name="takehiro nakamaru" userId="80fedbc913b6d45c" providerId="LiveId" clId="{0AD33806-4FBC-448C-A02A-C3D44D58A0A1}" dt="2025-04-08T02:36:57.238" v="1912" actId="1076"/>
          <ac:picMkLst>
            <pc:docMk/>
            <pc:sldMk cId="4277843630" sldId="331"/>
            <ac:picMk id="6" creationId="{B11CA0BC-0B52-F115-9D10-35D673F734D4}"/>
          </ac:picMkLst>
        </pc:picChg>
        <pc:cxnChg chg="add mod">
          <ac:chgData name="takehiro nakamaru" userId="80fedbc913b6d45c" providerId="LiveId" clId="{0AD33806-4FBC-448C-A02A-C3D44D58A0A1}" dt="2025-04-08T02:39:49.212" v="1976" actId="14100"/>
          <ac:cxnSpMkLst>
            <pc:docMk/>
            <pc:sldMk cId="4277843630" sldId="331"/>
            <ac:cxnSpMk id="18" creationId="{0E882703-4C45-DA71-560C-5B7A589F7960}"/>
          </ac:cxnSpMkLst>
        </pc:cxnChg>
      </pc:sldChg>
      <pc:sldChg chg="addSp delSp modSp add mod">
        <pc:chgData name="takehiro nakamaru" userId="80fedbc913b6d45c" providerId="LiveId" clId="{0AD33806-4FBC-448C-A02A-C3D44D58A0A1}" dt="2025-04-21T01:56:40.026" v="3344" actId="20577"/>
        <pc:sldMkLst>
          <pc:docMk/>
          <pc:sldMk cId="2631971365" sldId="332"/>
        </pc:sldMkLst>
        <pc:spChg chg="mod">
          <ac:chgData name="takehiro nakamaru" userId="80fedbc913b6d45c" providerId="LiveId" clId="{0AD33806-4FBC-448C-A02A-C3D44D58A0A1}" dt="2025-04-21T01:56:40.026" v="3344" actId="20577"/>
          <ac:spMkLst>
            <pc:docMk/>
            <pc:sldMk cId="2631971365" sldId="332"/>
            <ac:spMk id="2" creationId="{84488BC1-99A4-BEA1-EFE0-F040917C38D4}"/>
          </ac:spMkLst>
        </pc:spChg>
        <pc:spChg chg="add mod">
          <ac:chgData name="takehiro nakamaru" userId="80fedbc913b6d45c" providerId="LiveId" clId="{0AD33806-4FBC-448C-A02A-C3D44D58A0A1}" dt="2025-04-08T02:58:32.256" v="2685" actId="1037"/>
          <ac:spMkLst>
            <pc:docMk/>
            <pc:sldMk cId="2631971365" sldId="332"/>
            <ac:spMk id="57" creationId="{CCF6232E-F1F2-9FB8-4953-830D5720A59D}"/>
          </ac:spMkLst>
        </pc:spChg>
        <pc:spChg chg="add mod">
          <ac:chgData name="takehiro nakamaru" userId="80fedbc913b6d45c" providerId="LiveId" clId="{0AD33806-4FBC-448C-A02A-C3D44D58A0A1}" dt="2025-04-08T02:59:05.207" v="2746" actId="1036"/>
          <ac:spMkLst>
            <pc:docMk/>
            <pc:sldMk cId="2631971365" sldId="332"/>
            <ac:spMk id="58" creationId="{0C0CCD21-0C4A-CC21-2AAF-7CB6F6EDF15C}"/>
          </ac:spMkLst>
        </pc:spChg>
        <pc:spChg chg="add mod">
          <ac:chgData name="takehiro nakamaru" userId="80fedbc913b6d45c" providerId="LiveId" clId="{0AD33806-4FBC-448C-A02A-C3D44D58A0A1}" dt="2025-04-08T02:59:46.731" v="2785" actId="1038"/>
          <ac:spMkLst>
            <pc:docMk/>
            <pc:sldMk cId="2631971365" sldId="332"/>
            <ac:spMk id="60" creationId="{018C96DF-A43F-E935-867A-49596A5995EE}"/>
          </ac:spMkLst>
        </pc:spChg>
        <pc:spChg chg="add mod">
          <ac:chgData name="takehiro nakamaru" userId="80fedbc913b6d45c" providerId="LiveId" clId="{0AD33806-4FBC-448C-A02A-C3D44D58A0A1}" dt="2025-04-08T03:00:35.197" v="2849" actId="1036"/>
          <ac:spMkLst>
            <pc:docMk/>
            <pc:sldMk cId="2631971365" sldId="332"/>
            <ac:spMk id="61" creationId="{695D01BC-5C3B-CB6D-815B-DF2D2A6E1C65}"/>
          </ac:spMkLst>
        </pc:spChg>
        <pc:spChg chg="add mod">
          <ac:chgData name="takehiro nakamaru" userId="80fedbc913b6d45c" providerId="LiveId" clId="{0AD33806-4FBC-448C-A02A-C3D44D58A0A1}" dt="2025-04-08T03:00:47.703" v="2864" actId="20577"/>
          <ac:spMkLst>
            <pc:docMk/>
            <pc:sldMk cId="2631971365" sldId="332"/>
            <ac:spMk id="62" creationId="{2B1402F2-58DE-75EB-C0EE-1B32924945DE}"/>
          </ac:spMkLst>
        </pc:spChg>
        <pc:spChg chg="add mod">
          <ac:chgData name="takehiro nakamaru" userId="80fedbc913b6d45c" providerId="LiveId" clId="{0AD33806-4FBC-448C-A02A-C3D44D58A0A1}" dt="2025-04-08T03:01:27.466" v="2877" actId="14100"/>
          <ac:spMkLst>
            <pc:docMk/>
            <pc:sldMk cId="2631971365" sldId="332"/>
            <ac:spMk id="63" creationId="{E7B9153D-FC39-2085-8098-CEC47FA2844C}"/>
          </ac:spMkLst>
        </pc:spChg>
        <pc:spChg chg="add mod">
          <ac:chgData name="takehiro nakamaru" userId="80fedbc913b6d45c" providerId="LiveId" clId="{0AD33806-4FBC-448C-A02A-C3D44D58A0A1}" dt="2025-04-08T03:01:55.522" v="2891" actId="404"/>
          <ac:spMkLst>
            <pc:docMk/>
            <pc:sldMk cId="2631971365" sldId="332"/>
            <ac:spMk id="64" creationId="{5E4FC826-C92B-F8FE-97FE-9175339B1BEB}"/>
          </ac:spMkLst>
        </pc:spChg>
        <pc:spChg chg="add mod">
          <ac:chgData name="takehiro nakamaru" userId="80fedbc913b6d45c" providerId="LiveId" clId="{0AD33806-4FBC-448C-A02A-C3D44D58A0A1}" dt="2025-04-08T03:02:05.451" v="2894" actId="14100"/>
          <ac:spMkLst>
            <pc:docMk/>
            <pc:sldMk cId="2631971365" sldId="332"/>
            <ac:spMk id="65" creationId="{D1B0694A-46C2-754A-B891-893DD42AE5F1}"/>
          </ac:spMkLst>
        </pc:spChg>
        <pc:spChg chg="add mod">
          <ac:chgData name="takehiro nakamaru" userId="80fedbc913b6d45c" providerId="LiveId" clId="{0AD33806-4FBC-448C-A02A-C3D44D58A0A1}" dt="2025-04-08T03:02:14.372" v="2898" actId="14100"/>
          <ac:spMkLst>
            <pc:docMk/>
            <pc:sldMk cId="2631971365" sldId="332"/>
            <ac:spMk id="66" creationId="{F36026BA-E8DC-BC51-F388-9CB15BA1BF04}"/>
          </ac:spMkLst>
        </pc:spChg>
        <pc:spChg chg="add mod">
          <ac:chgData name="takehiro nakamaru" userId="80fedbc913b6d45c" providerId="LiveId" clId="{0AD33806-4FBC-448C-A02A-C3D44D58A0A1}" dt="2025-04-08T03:02:56.467" v="2929" actId="20577"/>
          <ac:spMkLst>
            <pc:docMk/>
            <pc:sldMk cId="2631971365" sldId="332"/>
            <ac:spMk id="67" creationId="{86CAFA70-179B-96C8-6E40-6C2549866F02}"/>
          </ac:spMkLst>
        </pc:spChg>
        <pc:spChg chg="add mod">
          <ac:chgData name="takehiro nakamaru" userId="80fedbc913b6d45c" providerId="LiveId" clId="{0AD33806-4FBC-448C-A02A-C3D44D58A0A1}" dt="2025-04-08T03:11:54.490" v="2936" actId="1037"/>
          <ac:spMkLst>
            <pc:docMk/>
            <pc:sldMk cId="2631971365" sldId="332"/>
            <ac:spMk id="68" creationId="{A7162FE1-5528-765E-F260-E82456B7A27D}"/>
          </ac:spMkLst>
        </pc:spChg>
        <pc:spChg chg="add mod">
          <ac:chgData name="takehiro nakamaru" userId="80fedbc913b6d45c" providerId="LiveId" clId="{0AD33806-4FBC-448C-A02A-C3D44D58A0A1}" dt="2025-04-08T03:12:08.761" v="2941" actId="14100"/>
          <ac:spMkLst>
            <pc:docMk/>
            <pc:sldMk cId="2631971365" sldId="332"/>
            <ac:spMk id="69" creationId="{8F3D9883-D11F-C78C-9116-01CEBF627C97}"/>
          </ac:spMkLst>
        </pc:spChg>
        <pc:spChg chg="add mod">
          <ac:chgData name="takehiro nakamaru" userId="80fedbc913b6d45c" providerId="LiveId" clId="{0AD33806-4FBC-448C-A02A-C3D44D58A0A1}" dt="2025-04-08T03:12:40.256" v="2944" actId="2085"/>
          <ac:spMkLst>
            <pc:docMk/>
            <pc:sldMk cId="2631971365" sldId="332"/>
            <ac:spMk id="70" creationId="{09618676-A01C-8E40-C53B-DF92F7CE4C50}"/>
          </ac:spMkLst>
        </pc:spChg>
        <pc:spChg chg="add mod">
          <ac:chgData name="takehiro nakamaru" userId="80fedbc913b6d45c" providerId="LiveId" clId="{0AD33806-4FBC-448C-A02A-C3D44D58A0A1}" dt="2025-04-08T03:12:48.917" v="2948" actId="14100"/>
          <ac:spMkLst>
            <pc:docMk/>
            <pc:sldMk cId="2631971365" sldId="332"/>
            <ac:spMk id="71" creationId="{9DF43382-6B68-1A1C-5121-1B90FE0EB5CA}"/>
          </ac:spMkLst>
        </pc:spChg>
        <pc:picChg chg="add mod">
          <ac:chgData name="takehiro nakamaru" userId="80fedbc913b6d45c" providerId="LiveId" clId="{0AD33806-4FBC-448C-A02A-C3D44D58A0A1}" dt="2025-04-08T02:57:18.072" v="2640" actId="1076"/>
          <ac:picMkLst>
            <pc:docMk/>
            <pc:sldMk cId="2631971365" sldId="332"/>
            <ac:picMk id="56" creationId="{C5C5631C-E5E6-E9FB-FE10-F30F611A95A1}"/>
          </ac:picMkLst>
        </pc:picChg>
      </pc:sldChg>
      <pc:sldChg chg="addSp delSp modSp new del mod">
        <pc:chgData name="takehiro nakamaru" userId="80fedbc913b6d45c" providerId="LiveId" clId="{0AD33806-4FBC-448C-A02A-C3D44D58A0A1}" dt="2025-04-21T01:18:34.384" v="3155" actId="47"/>
        <pc:sldMkLst>
          <pc:docMk/>
          <pc:sldMk cId="1698610010" sldId="333"/>
        </pc:sldMkLst>
      </pc:sldChg>
      <pc:sldChg chg="addSp delSp modSp new mod">
        <pc:chgData name="takehiro nakamaru" userId="80fedbc913b6d45c" providerId="LiveId" clId="{0AD33806-4FBC-448C-A02A-C3D44D58A0A1}" dt="2025-04-21T01:56:12.026" v="3340"/>
        <pc:sldMkLst>
          <pc:docMk/>
          <pc:sldMk cId="1604306506" sldId="334"/>
        </pc:sldMkLst>
        <pc:spChg chg="mod">
          <ac:chgData name="takehiro nakamaru" userId="80fedbc913b6d45c" providerId="LiveId" clId="{0AD33806-4FBC-448C-A02A-C3D44D58A0A1}" dt="2025-04-21T01:56:12.026" v="3340"/>
          <ac:spMkLst>
            <pc:docMk/>
            <pc:sldMk cId="1604306506" sldId="334"/>
            <ac:spMk id="2" creationId="{1A97876D-B991-B61A-1B83-66D5687495A3}"/>
          </ac:spMkLst>
        </pc:spChg>
        <pc:picChg chg="add mod">
          <ac:chgData name="takehiro nakamaru" userId="80fedbc913b6d45c" providerId="LiveId" clId="{0AD33806-4FBC-448C-A02A-C3D44D58A0A1}" dt="2025-04-21T01:14:29.504" v="3079" actId="1076"/>
          <ac:picMkLst>
            <pc:docMk/>
            <pc:sldMk cId="1604306506" sldId="334"/>
            <ac:picMk id="27" creationId="{BC6A2B8E-1EC4-FF84-89A0-436D9A6D6E94}"/>
          </ac:picMkLst>
        </pc:picChg>
      </pc:sldChg>
      <pc:sldChg chg="new del">
        <pc:chgData name="takehiro nakamaru" userId="80fedbc913b6d45c" providerId="LiveId" clId="{0AD33806-4FBC-448C-A02A-C3D44D58A0A1}" dt="2025-04-21T01:05:37.167" v="3025" actId="47"/>
        <pc:sldMkLst>
          <pc:docMk/>
          <pc:sldMk cId="1045570298" sldId="335"/>
        </pc:sldMkLst>
      </pc:sldChg>
      <pc:sldChg chg="new del">
        <pc:chgData name="takehiro nakamaru" userId="80fedbc913b6d45c" providerId="LiveId" clId="{0AD33806-4FBC-448C-A02A-C3D44D58A0A1}" dt="2025-04-21T01:05:37.538" v="3026" actId="47"/>
        <pc:sldMkLst>
          <pc:docMk/>
          <pc:sldMk cId="564301956" sldId="336"/>
        </pc:sldMkLst>
      </pc:sldChg>
      <pc:sldChg chg="new del">
        <pc:chgData name="takehiro nakamaru" userId="80fedbc913b6d45c" providerId="LiveId" clId="{0AD33806-4FBC-448C-A02A-C3D44D58A0A1}" dt="2025-04-21T01:05:37.874" v="3027" actId="47"/>
        <pc:sldMkLst>
          <pc:docMk/>
          <pc:sldMk cId="4212206493" sldId="337"/>
        </pc:sldMkLst>
      </pc:sldChg>
      <pc:sldChg chg="new del">
        <pc:chgData name="takehiro nakamaru" userId="80fedbc913b6d45c" providerId="LiveId" clId="{0AD33806-4FBC-448C-A02A-C3D44D58A0A1}" dt="2025-04-21T01:05:38.527" v="3028" actId="47"/>
        <pc:sldMkLst>
          <pc:docMk/>
          <pc:sldMk cId="614616441" sldId="338"/>
        </pc:sldMkLst>
      </pc:sldChg>
      <pc:sldChg chg="addSp delSp modSp add mod">
        <pc:chgData name="takehiro nakamaru" userId="80fedbc913b6d45c" providerId="LiveId" clId="{0AD33806-4FBC-448C-A02A-C3D44D58A0A1}" dt="2025-04-21T01:04:38.984" v="3013" actId="1076"/>
        <pc:sldMkLst>
          <pc:docMk/>
          <pc:sldMk cId="2394603599" sldId="339"/>
        </pc:sldMkLst>
        <pc:picChg chg="add mod">
          <ac:chgData name="takehiro nakamaru" userId="80fedbc913b6d45c" providerId="LiveId" clId="{0AD33806-4FBC-448C-A02A-C3D44D58A0A1}" dt="2025-04-21T01:04:38.984" v="3013" actId="1076"/>
          <ac:picMkLst>
            <pc:docMk/>
            <pc:sldMk cId="2394603599" sldId="339"/>
            <ac:picMk id="6" creationId="{009F418F-1CCB-EFA8-1B93-1EAAE72D1B6E}"/>
          </ac:picMkLst>
        </pc:picChg>
      </pc:sldChg>
      <pc:sldChg chg="addSp delSp modSp add mod">
        <pc:chgData name="takehiro nakamaru" userId="80fedbc913b6d45c" providerId="LiveId" clId="{0AD33806-4FBC-448C-A02A-C3D44D58A0A1}" dt="2025-04-21T01:05:17.402" v="3021"/>
        <pc:sldMkLst>
          <pc:docMk/>
          <pc:sldMk cId="4207203124" sldId="340"/>
        </pc:sldMkLst>
        <pc:picChg chg="add mod">
          <ac:chgData name="takehiro nakamaru" userId="80fedbc913b6d45c" providerId="LiveId" clId="{0AD33806-4FBC-448C-A02A-C3D44D58A0A1}" dt="2025-04-21T01:05:07.247" v="3020" actId="1076"/>
          <ac:picMkLst>
            <pc:docMk/>
            <pc:sldMk cId="4207203124" sldId="340"/>
            <ac:picMk id="16" creationId="{621D14D5-E21B-3B98-297A-AC506D3BCA46}"/>
          </ac:picMkLst>
        </pc:picChg>
      </pc:sldChg>
      <pc:sldChg chg="addSp delSp modSp add mod">
        <pc:chgData name="takehiro nakamaru" userId="80fedbc913b6d45c" providerId="LiveId" clId="{0AD33806-4FBC-448C-A02A-C3D44D58A0A1}" dt="2025-04-21T01:06:13.751" v="3038" actId="1076"/>
        <pc:sldMkLst>
          <pc:docMk/>
          <pc:sldMk cId="549066561" sldId="341"/>
        </pc:sldMkLst>
        <pc:picChg chg="add mod">
          <ac:chgData name="takehiro nakamaru" userId="80fedbc913b6d45c" providerId="LiveId" clId="{0AD33806-4FBC-448C-A02A-C3D44D58A0A1}" dt="2025-04-21T01:06:13.751" v="3038" actId="1076"/>
          <ac:picMkLst>
            <pc:docMk/>
            <pc:sldMk cId="549066561" sldId="341"/>
            <ac:picMk id="14" creationId="{5B7502E5-759A-9C44-D503-0F7D4439384A}"/>
          </ac:picMkLst>
        </pc:picChg>
      </pc:sldChg>
      <pc:sldChg chg="delSp add del mod">
        <pc:chgData name="takehiro nakamaru" userId="80fedbc913b6d45c" providerId="LiveId" clId="{0AD33806-4FBC-448C-A02A-C3D44D58A0A1}" dt="2025-04-21T01:05:36.664" v="3024" actId="47"/>
        <pc:sldMkLst>
          <pc:docMk/>
          <pc:sldMk cId="2514818279" sldId="341"/>
        </pc:sldMkLst>
      </pc:sldChg>
      <pc:sldChg chg="addSp delSp modSp add mod">
        <pc:chgData name="takehiro nakamaru" userId="80fedbc913b6d45c" providerId="LiveId" clId="{0AD33806-4FBC-448C-A02A-C3D44D58A0A1}" dt="2025-04-21T01:07:41.644" v="3044" actId="1076"/>
        <pc:sldMkLst>
          <pc:docMk/>
          <pc:sldMk cId="3366470322" sldId="342"/>
        </pc:sldMkLst>
        <pc:picChg chg="add mod">
          <ac:chgData name="takehiro nakamaru" userId="80fedbc913b6d45c" providerId="LiveId" clId="{0AD33806-4FBC-448C-A02A-C3D44D58A0A1}" dt="2025-04-21T01:07:41.644" v="3044" actId="1076"/>
          <ac:picMkLst>
            <pc:docMk/>
            <pc:sldMk cId="3366470322" sldId="342"/>
            <ac:picMk id="12" creationId="{581A1AAC-BBEE-9C9F-A0C7-10FC0120D9DD}"/>
          </ac:picMkLst>
        </pc:picChg>
      </pc:sldChg>
      <pc:sldChg chg="addSp delSp modSp add mod">
        <pc:chgData name="takehiro nakamaru" userId="80fedbc913b6d45c" providerId="LiveId" clId="{0AD33806-4FBC-448C-A02A-C3D44D58A0A1}" dt="2025-04-21T01:08:12.010" v="3051" actId="14100"/>
        <pc:sldMkLst>
          <pc:docMk/>
          <pc:sldMk cId="1138159729" sldId="343"/>
        </pc:sldMkLst>
        <pc:picChg chg="add mod">
          <ac:chgData name="takehiro nakamaru" userId="80fedbc913b6d45c" providerId="LiveId" clId="{0AD33806-4FBC-448C-A02A-C3D44D58A0A1}" dt="2025-04-21T01:08:12.010" v="3051" actId="14100"/>
          <ac:picMkLst>
            <pc:docMk/>
            <pc:sldMk cId="1138159729" sldId="343"/>
            <ac:picMk id="10" creationId="{46227FFA-4335-DCD4-9084-46EAB6322166}"/>
          </ac:picMkLst>
        </pc:picChg>
      </pc:sldChg>
      <pc:sldChg chg="addSp delSp modSp add mod ord">
        <pc:chgData name="takehiro nakamaru" userId="80fedbc913b6d45c" providerId="LiveId" clId="{0AD33806-4FBC-448C-A02A-C3D44D58A0A1}" dt="2025-04-21T01:55:54.799" v="3336"/>
        <pc:sldMkLst>
          <pc:docMk/>
          <pc:sldMk cId="35105452" sldId="344"/>
        </pc:sldMkLst>
        <pc:picChg chg="add mod">
          <ac:chgData name="takehiro nakamaru" userId="80fedbc913b6d45c" providerId="LiveId" clId="{0AD33806-4FBC-448C-A02A-C3D44D58A0A1}" dt="2025-04-21T01:09:27.423" v="3056" actId="931"/>
          <ac:picMkLst>
            <pc:docMk/>
            <pc:sldMk cId="35105452" sldId="344"/>
            <ac:picMk id="7" creationId="{555B4666-0567-36E9-AF21-4ECC4395C6FB}"/>
          </ac:picMkLst>
        </pc:picChg>
        <pc:picChg chg="add mod">
          <ac:chgData name="takehiro nakamaru" userId="80fedbc913b6d45c" providerId="LiveId" clId="{0AD33806-4FBC-448C-A02A-C3D44D58A0A1}" dt="2025-04-21T01:09:27.423" v="3056" actId="931"/>
          <ac:picMkLst>
            <pc:docMk/>
            <pc:sldMk cId="35105452" sldId="344"/>
            <ac:picMk id="9" creationId="{9F79F982-9920-0A0F-9E76-BF4B1DFDB16D}"/>
          </ac:picMkLst>
        </pc:picChg>
        <pc:picChg chg="add mod">
          <ac:chgData name="takehiro nakamaru" userId="80fedbc913b6d45c" providerId="LiveId" clId="{0AD33806-4FBC-448C-A02A-C3D44D58A0A1}" dt="2025-04-21T01:17:55.047" v="3143" actId="1076"/>
          <ac:picMkLst>
            <pc:docMk/>
            <pc:sldMk cId="35105452" sldId="344"/>
            <ac:picMk id="13" creationId="{B18AE6D5-11CA-D6F6-5A4F-CCDEB52B22C6}"/>
          </ac:picMkLst>
        </pc:picChg>
      </pc:sldChg>
      <pc:sldChg chg="add del">
        <pc:chgData name="takehiro nakamaru" userId="80fedbc913b6d45c" providerId="LiveId" clId="{0AD33806-4FBC-448C-A02A-C3D44D58A0A1}" dt="2025-04-21T01:11:08.139" v="3061" actId="47"/>
        <pc:sldMkLst>
          <pc:docMk/>
          <pc:sldMk cId="1439406714" sldId="345"/>
        </pc:sldMkLst>
      </pc:sldChg>
      <pc:sldChg chg="addSp delSp modSp add del mod ord">
        <pc:chgData name="takehiro nakamaru" userId="80fedbc913b6d45c" providerId="LiveId" clId="{0AD33806-4FBC-448C-A02A-C3D44D58A0A1}" dt="2025-04-21T01:56:15.126" v="3341"/>
        <pc:sldMkLst>
          <pc:docMk/>
          <pc:sldMk cId="2447870005" sldId="346"/>
        </pc:sldMkLst>
        <pc:spChg chg="mod">
          <ac:chgData name="takehiro nakamaru" userId="80fedbc913b6d45c" providerId="LiveId" clId="{0AD33806-4FBC-448C-A02A-C3D44D58A0A1}" dt="2025-04-21T01:56:15.126" v="3341"/>
          <ac:spMkLst>
            <pc:docMk/>
            <pc:sldMk cId="2447870005" sldId="346"/>
            <ac:spMk id="2" creationId="{D5393242-4EB3-7286-AC33-331E26A82C0C}"/>
          </ac:spMkLst>
        </pc:spChg>
        <pc:picChg chg="add mod">
          <ac:chgData name="takehiro nakamaru" userId="80fedbc913b6d45c" providerId="LiveId" clId="{0AD33806-4FBC-448C-A02A-C3D44D58A0A1}" dt="2025-04-21T01:15:06.290" v="3091" actId="1076"/>
          <ac:picMkLst>
            <pc:docMk/>
            <pc:sldMk cId="2447870005" sldId="346"/>
            <ac:picMk id="25" creationId="{9CD77CA2-8CA1-9EA6-C68D-C060CC75C3C8}"/>
          </ac:picMkLst>
        </pc:picChg>
      </pc:sldChg>
      <pc:sldChg chg="add">
        <pc:chgData name="takehiro nakamaru" userId="80fedbc913b6d45c" providerId="LiveId" clId="{0AD33806-4FBC-448C-A02A-C3D44D58A0A1}" dt="2025-04-21T01:14:03.376" v="3072"/>
        <pc:sldMkLst>
          <pc:docMk/>
          <pc:sldMk cId="1250677198" sldId="347"/>
        </pc:sldMkLst>
      </pc:sldChg>
      <pc:sldChg chg="addSp delSp modSp add mod">
        <pc:chgData name="takehiro nakamaru" userId="80fedbc913b6d45c" providerId="LiveId" clId="{0AD33806-4FBC-448C-A02A-C3D44D58A0A1}" dt="2025-04-21T01:56:19.238" v="3342"/>
        <pc:sldMkLst>
          <pc:docMk/>
          <pc:sldMk cId="1980412091" sldId="348"/>
        </pc:sldMkLst>
        <pc:spChg chg="mod">
          <ac:chgData name="takehiro nakamaru" userId="80fedbc913b6d45c" providerId="LiveId" clId="{0AD33806-4FBC-448C-A02A-C3D44D58A0A1}" dt="2025-04-21T01:56:19.238" v="3342"/>
          <ac:spMkLst>
            <pc:docMk/>
            <pc:sldMk cId="1980412091" sldId="348"/>
            <ac:spMk id="2" creationId="{86153DB8-A9EE-6D34-EA26-E7CB3BE47D53}"/>
          </ac:spMkLst>
        </pc:spChg>
        <pc:picChg chg="add mod">
          <ac:chgData name="takehiro nakamaru" userId="80fedbc913b6d45c" providerId="LiveId" clId="{0AD33806-4FBC-448C-A02A-C3D44D58A0A1}" dt="2025-04-21T01:15:26.594" v="3098" actId="1076"/>
          <ac:picMkLst>
            <pc:docMk/>
            <pc:sldMk cId="1980412091" sldId="348"/>
            <ac:picMk id="23" creationId="{9355FD72-F630-D2C1-E0C0-E0623319E32C}"/>
          </ac:picMkLst>
        </pc:picChg>
      </pc:sldChg>
      <pc:sldChg chg="addSp delSp modSp add mod">
        <pc:chgData name="takehiro nakamaru" userId="80fedbc913b6d45c" providerId="LiveId" clId="{0AD33806-4FBC-448C-A02A-C3D44D58A0A1}" dt="2025-04-21T01:56:22.396" v="3343"/>
        <pc:sldMkLst>
          <pc:docMk/>
          <pc:sldMk cId="84551583" sldId="349"/>
        </pc:sldMkLst>
        <pc:spChg chg="mod">
          <ac:chgData name="takehiro nakamaru" userId="80fedbc913b6d45c" providerId="LiveId" clId="{0AD33806-4FBC-448C-A02A-C3D44D58A0A1}" dt="2025-04-21T01:56:22.396" v="3343"/>
          <ac:spMkLst>
            <pc:docMk/>
            <pc:sldMk cId="84551583" sldId="349"/>
            <ac:spMk id="2" creationId="{97C270B8-CB64-127D-3E33-4051221DDEA7}"/>
          </ac:spMkLst>
        </pc:spChg>
        <pc:picChg chg="add mod">
          <ac:chgData name="takehiro nakamaru" userId="80fedbc913b6d45c" providerId="LiveId" clId="{0AD33806-4FBC-448C-A02A-C3D44D58A0A1}" dt="2025-04-21T01:15:44.494" v="3105" actId="1076"/>
          <ac:picMkLst>
            <pc:docMk/>
            <pc:sldMk cId="84551583" sldId="349"/>
            <ac:picMk id="21" creationId="{EF171316-FC39-6CDC-B64B-2F235E26F09E}"/>
          </ac:picMkLst>
        </pc:picChg>
      </pc:sldChg>
      <pc:sldChg chg="addSp delSp modSp add mod ord">
        <pc:chgData name="takehiro nakamaru" userId="80fedbc913b6d45c" providerId="LiveId" clId="{0AD33806-4FBC-448C-A02A-C3D44D58A0A1}" dt="2025-04-21T01:56:08.385" v="3339"/>
        <pc:sldMkLst>
          <pc:docMk/>
          <pc:sldMk cId="168455720" sldId="350"/>
        </pc:sldMkLst>
        <pc:spChg chg="mod">
          <ac:chgData name="takehiro nakamaru" userId="80fedbc913b6d45c" providerId="LiveId" clId="{0AD33806-4FBC-448C-A02A-C3D44D58A0A1}" dt="2025-04-21T01:56:08.385" v="3339"/>
          <ac:spMkLst>
            <pc:docMk/>
            <pc:sldMk cId="168455720" sldId="350"/>
            <ac:spMk id="2" creationId="{3F2785E3-EF08-D26E-9187-F6DA77913494}"/>
          </ac:spMkLst>
        </pc:spChg>
        <pc:picChg chg="add mod">
          <ac:chgData name="takehiro nakamaru" userId="80fedbc913b6d45c" providerId="LiveId" clId="{0AD33806-4FBC-448C-A02A-C3D44D58A0A1}" dt="2025-04-21T01:16:05.431" v="3113" actId="1076"/>
          <ac:picMkLst>
            <pc:docMk/>
            <pc:sldMk cId="168455720" sldId="350"/>
            <ac:picMk id="19" creationId="{88B0C70A-3A0E-C240-9B23-5CC9EC93E7EB}"/>
          </ac:picMkLst>
        </pc:picChg>
      </pc:sldChg>
      <pc:sldChg chg="addSp delSp modSp add mod ord">
        <pc:chgData name="takehiro nakamaru" userId="80fedbc913b6d45c" providerId="LiveId" clId="{0AD33806-4FBC-448C-A02A-C3D44D58A0A1}" dt="2025-04-21T01:56:02.232" v="3337"/>
        <pc:sldMkLst>
          <pc:docMk/>
          <pc:sldMk cId="3340571266" sldId="351"/>
        </pc:sldMkLst>
        <pc:spChg chg="mod">
          <ac:chgData name="takehiro nakamaru" userId="80fedbc913b6d45c" providerId="LiveId" clId="{0AD33806-4FBC-448C-A02A-C3D44D58A0A1}" dt="2025-04-21T01:56:02.232" v="3337"/>
          <ac:spMkLst>
            <pc:docMk/>
            <pc:sldMk cId="3340571266" sldId="351"/>
            <ac:spMk id="2" creationId="{F12B8208-188B-CAED-EAED-E54F0C2BEF40}"/>
          </ac:spMkLst>
        </pc:spChg>
        <pc:picChg chg="add mod">
          <ac:chgData name="takehiro nakamaru" userId="80fedbc913b6d45c" providerId="LiveId" clId="{0AD33806-4FBC-448C-A02A-C3D44D58A0A1}" dt="2025-04-21T01:16:22.677" v="3120" actId="1076"/>
          <ac:picMkLst>
            <pc:docMk/>
            <pc:sldMk cId="3340571266" sldId="351"/>
            <ac:picMk id="17" creationId="{AB0FF823-F484-843C-2B61-BBF6B0DF854F}"/>
          </ac:picMkLst>
        </pc:picChg>
      </pc:sldChg>
      <pc:sldChg chg="addSp delSp modSp add del mod ord">
        <pc:chgData name="takehiro nakamaru" userId="80fedbc913b6d45c" providerId="LiveId" clId="{0AD33806-4FBC-448C-A02A-C3D44D58A0A1}" dt="2025-04-21T01:18:19.006" v="3154" actId="47"/>
        <pc:sldMkLst>
          <pc:docMk/>
          <pc:sldMk cId="2020860250" sldId="352"/>
        </pc:sldMkLst>
      </pc:sldChg>
      <pc:sldChg chg="add del">
        <pc:chgData name="takehiro nakamaru" userId="80fedbc913b6d45c" providerId="LiveId" clId="{0AD33806-4FBC-448C-A02A-C3D44D58A0A1}" dt="2025-04-21T01:16:37.886" v="3124"/>
        <pc:sldMkLst>
          <pc:docMk/>
          <pc:sldMk cId="2788882063" sldId="352"/>
        </pc:sldMkLst>
      </pc:sldChg>
      <pc:sldChg chg="delSp modSp add mod">
        <pc:chgData name="takehiro nakamaru" userId="80fedbc913b6d45c" providerId="LiveId" clId="{0AD33806-4FBC-448C-A02A-C3D44D58A0A1}" dt="2025-04-21T01:56:05.346" v="3338"/>
        <pc:sldMkLst>
          <pc:docMk/>
          <pc:sldMk cId="4010043913" sldId="353"/>
        </pc:sldMkLst>
        <pc:spChg chg="mod">
          <ac:chgData name="takehiro nakamaru" userId="80fedbc913b6d45c" providerId="LiveId" clId="{0AD33806-4FBC-448C-A02A-C3D44D58A0A1}" dt="2025-04-21T01:56:05.346" v="3338"/>
          <ac:spMkLst>
            <pc:docMk/>
            <pc:sldMk cId="4010043913" sldId="353"/>
            <ac:spMk id="2" creationId="{62CCB352-BCDB-E239-EC81-11BAFFB41999}"/>
          </ac:spMkLst>
        </pc:spChg>
        <pc:picChg chg="mod">
          <ac:chgData name="takehiro nakamaru" userId="80fedbc913b6d45c" providerId="LiveId" clId="{0AD33806-4FBC-448C-A02A-C3D44D58A0A1}" dt="2025-04-21T01:17:44.987" v="3139" actId="1076"/>
          <ac:picMkLst>
            <pc:docMk/>
            <pc:sldMk cId="4010043913" sldId="353"/>
            <ac:picMk id="11" creationId="{F869EFE0-912A-00C8-C723-8CDE53FE063D}"/>
          </ac:picMkLst>
        </pc:picChg>
      </pc:sldChg>
      <pc:sldChg chg="addSp delSp modSp add mod ord">
        <pc:chgData name="takehiro nakamaru" userId="80fedbc913b6d45c" providerId="LiveId" clId="{0AD33806-4FBC-448C-A02A-C3D44D58A0A1}" dt="2025-04-21T01:57:17.778" v="3353" actId="20577"/>
        <pc:sldMkLst>
          <pc:docMk/>
          <pc:sldMk cId="2653858847" sldId="354"/>
        </pc:sldMkLst>
        <pc:spChg chg="mod">
          <ac:chgData name="takehiro nakamaru" userId="80fedbc913b6d45c" providerId="LiveId" clId="{0AD33806-4FBC-448C-A02A-C3D44D58A0A1}" dt="2025-04-21T01:57:17.778" v="3353" actId="20577"/>
          <ac:spMkLst>
            <pc:docMk/>
            <pc:sldMk cId="2653858847" sldId="354"/>
            <ac:spMk id="2" creationId="{FC66BE69-12EA-5F36-A2C2-9B0E4FAAF020}"/>
          </ac:spMkLst>
        </pc:spChg>
        <pc:picChg chg="add mod">
          <ac:chgData name="takehiro nakamaru" userId="80fedbc913b6d45c" providerId="LiveId" clId="{0AD33806-4FBC-448C-A02A-C3D44D58A0A1}" dt="2025-04-21T01:57:14.828" v="3352" actId="14100"/>
          <ac:picMkLst>
            <pc:docMk/>
            <pc:sldMk cId="2653858847" sldId="354"/>
            <ac:picMk id="4" creationId="{B0556967-30F5-F60E-E0A1-B3EFD3256241}"/>
          </ac:picMkLst>
        </pc:picChg>
      </pc:sldChg>
      <pc:sldChg chg="addSp delSp modSp add mod">
        <pc:chgData name="takehiro nakamaru" userId="80fedbc913b6d45c" providerId="LiveId" clId="{0AD33806-4FBC-448C-A02A-C3D44D58A0A1}" dt="2025-04-21T01:56:49.456" v="3345" actId="20577"/>
        <pc:sldMkLst>
          <pc:docMk/>
          <pc:sldMk cId="4151009644" sldId="355"/>
        </pc:sldMkLst>
        <pc:spChg chg="mod">
          <ac:chgData name="takehiro nakamaru" userId="80fedbc913b6d45c" providerId="LiveId" clId="{0AD33806-4FBC-448C-A02A-C3D44D58A0A1}" dt="2025-04-21T01:56:49.456" v="3345" actId="20577"/>
          <ac:spMkLst>
            <pc:docMk/>
            <pc:sldMk cId="4151009644" sldId="355"/>
            <ac:spMk id="2" creationId="{D37F2C81-11AE-2C36-3A56-189AD2EA652B}"/>
          </ac:spMkLst>
        </pc:spChg>
        <pc:picChg chg="add mod">
          <ac:chgData name="takehiro nakamaru" userId="80fedbc913b6d45c" providerId="LiveId" clId="{0AD33806-4FBC-448C-A02A-C3D44D58A0A1}" dt="2025-04-21T01:20:20.197" v="3166" actId="1076"/>
          <ac:picMkLst>
            <pc:docMk/>
            <pc:sldMk cId="4151009644" sldId="355"/>
            <ac:picMk id="24" creationId="{A03D6D8B-5661-129A-8B19-D23F1CAFE59A}"/>
          </ac:picMkLst>
        </pc:picChg>
      </pc:sldChg>
      <pc:sldChg chg="addSp delSp modSp add mod">
        <pc:chgData name="takehiro nakamaru" userId="80fedbc913b6d45c" providerId="LiveId" clId="{0AD33806-4FBC-448C-A02A-C3D44D58A0A1}" dt="2025-04-21T01:56:54.506" v="3346" actId="20577"/>
        <pc:sldMkLst>
          <pc:docMk/>
          <pc:sldMk cId="2356263036" sldId="356"/>
        </pc:sldMkLst>
        <pc:spChg chg="mod">
          <ac:chgData name="takehiro nakamaru" userId="80fedbc913b6d45c" providerId="LiveId" clId="{0AD33806-4FBC-448C-A02A-C3D44D58A0A1}" dt="2025-04-21T01:56:54.506" v="3346" actId="20577"/>
          <ac:spMkLst>
            <pc:docMk/>
            <pc:sldMk cId="2356263036" sldId="356"/>
            <ac:spMk id="2" creationId="{E336D29F-CDA9-6383-271B-2051CD0A5FE9}"/>
          </ac:spMkLst>
        </pc:spChg>
        <pc:picChg chg="add mod">
          <ac:chgData name="takehiro nakamaru" userId="80fedbc913b6d45c" providerId="LiveId" clId="{0AD33806-4FBC-448C-A02A-C3D44D58A0A1}" dt="2025-04-21T01:20:39.657" v="3173" actId="1076"/>
          <ac:picMkLst>
            <pc:docMk/>
            <pc:sldMk cId="2356263036" sldId="356"/>
            <ac:picMk id="22" creationId="{4A0EFF2D-5979-88AB-5E7D-E91E47415330}"/>
          </ac:picMkLst>
        </pc:picChg>
      </pc:sldChg>
      <pc:sldChg chg="addSp delSp modSp add mod">
        <pc:chgData name="takehiro nakamaru" userId="80fedbc913b6d45c" providerId="LiveId" clId="{0AD33806-4FBC-448C-A02A-C3D44D58A0A1}" dt="2025-04-21T01:56:58.758" v="3347" actId="20577"/>
        <pc:sldMkLst>
          <pc:docMk/>
          <pc:sldMk cId="2338084337" sldId="357"/>
        </pc:sldMkLst>
        <pc:spChg chg="mod">
          <ac:chgData name="takehiro nakamaru" userId="80fedbc913b6d45c" providerId="LiveId" clId="{0AD33806-4FBC-448C-A02A-C3D44D58A0A1}" dt="2025-04-21T01:56:58.758" v="3347" actId="20577"/>
          <ac:spMkLst>
            <pc:docMk/>
            <pc:sldMk cId="2338084337" sldId="357"/>
            <ac:spMk id="2" creationId="{5E34ED62-414D-5578-A96A-6AEE87DC2491}"/>
          </ac:spMkLst>
        </pc:spChg>
        <pc:picChg chg="add mod">
          <ac:chgData name="takehiro nakamaru" userId="80fedbc913b6d45c" providerId="LiveId" clId="{0AD33806-4FBC-448C-A02A-C3D44D58A0A1}" dt="2025-04-21T01:21:05.923" v="3183" actId="1076"/>
          <ac:picMkLst>
            <pc:docMk/>
            <pc:sldMk cId="2338084337" sldId="357"/>
            <ac:picMk id="20" creationId="{18A055E2-E088-011B-7832-D14CECC03878}"/>
          </ac:picMkLst>
        </pc:picChg>
      </pc:sldChg>
      <pc:sldChg chg="addSp delSp modSp add mod">
        <pc:chgData name="takehiro nakamaru" userId="80fedbc913b6d45c" providerId="LiveId" clId="{0AD33806-4FBC-448C-A02A-C3D44D58A0A1}" dt="2025-04-21T01:57:03.814" v="3348" actId="20577"/>
        <pc:sldMkLst>
          <pc:docMk/>
          <pc:sldMk cId="229085645" sldId="358"/>
        </pc:sldMkLst>
        <pc:spChg chg="mod">
          <ac:chgData name="takehiro nakamaru" userId="80fedbc913b6d45c" providerId="LiveId" clId="{0AD33806-4FBC-448C-A02A-C3D44D58A0A1}" dt="2025-04-21T01:57:03.814" v="3348" actId="20577"/>
          <ac:spMkLst>
            <pc:docMk/>
            <pc:sldMk cId="229085645" sldId="358"/>
            <ac:spMk id="2" creationId="{89857A1A-581B-DBD6-D723-D04BA9475286}"/>
          </ac:spMkLst>
        </pc:spChg>
        <pc:picChg chg="add mod">
          <ac:chgData name="takehiro nakamaru" userId="80fedbc913b6d45c" providerId="LiveId" clId="{0AD33806-4FBC-448C-A02A-C3D44D58A0A1}" dt="2025-04-21T01:21:39.644" v="3191" actId="1076"/>
          <ac:picMkLst>
            <pc:docMk/>
            <pc:sldMk cId="229085645" sldId="358"/>
            <ac:picMk id="18" creationId="{8D305657-8B4B-8723-053D-7D770067490B}"/>
          </ac:picMkLst>
        </pc:picChg>
      </pc:sldChg>
      <pc:sldChg chg="addSp delSp modSp add mod">
        <pc:chgData name="takehiro nakamaru" userId="80fedbc913b6d45c" providerId="LiveId" clId="{0AD33806-4FBC-448C-A02A-C3D44D58A0A1}" dt="2025-04-21T01:57:23.904" v="3354" actId="20577"/>
        <pc:sldMkLst>
          <pc:docMk/>
          <pc:sldMk cId="1069897178" sldId="359"/>
        </pc:sldMkLst>
        <pc:spChg chg="mod">
          <ac:chgData name="takehiro nakamaru" userId="80fedbc913b6d45c" providerId="LiveId" clId="{0AD33806-4FBC-448C-A02A-C3D44D58A0A1}" dt="2025-04-21T01:57:23.904" v="3354" actId="20577"/>
          <ac:spMkLst>
            <pc:docMk/>
            <pc:sldMk cId="1069897178" sldId="359"/>
            <ac:spMk id="2" creationId="{DAB3E713-0744-9A89-DCE2-3612E702F08E}"/>
          </ac:spMkLst>
        </pc:spChg>
        <pc:picChg chg="add mod">
          <ac:chgData name="takehiro nakamaru" userId="80fedbc913b6d45c" providerId="LiveId" clId="{0AD33806-4FBC-448C-A02A-C3D44D58A0A1}" dt="2025-04-21T01:21:58.974" v="3199" actId="1076"/>
          <ac:picMkLst>
            <pc:docMk/>
            <pc:sldMk cId="1069897178" sldId="359"/>
            <ac:picMk id="16" creationId="{4F51BBD6-3E64-7856-792A-9966BB0F89AF}"/>
          </ac:picMkLst>
        </pc:picChg>
      </pc:sldChg>
      <pc:sldChg chg="addSp delSp modSp add mod">
        <pc:chgData name="takehiro nakamaru" userId="80fedbc913b6d45c" providerId="LiveId" clId="{0AD33806-4FBC-448C-A02A-C3D44D58A0A1}" dt="2025-04-21T01:57:27.610" v="3355" actId="20577"/>
        <pc:sldMkLst>
          <pc:docMk/>
          <pc:sldMk cId="1993690185" sldId="360"/>
        </pc:sldMkLst>
        <pc:spChg chg="mod">
          <ac:chgData name="takehiro nakamaru" userId="80fedbc913b6d45c" providerId="LiveId" clId="{0AD33806-4FBC-448C-A02A-C3D44D58A0A1}" dt="2025-04-21T01:57:27.610" v="3355" actId="20577"/>
          <ac:spMkLst>
            <pc:docMk/>
            <pc:sldMk cId="1993690185" sldId="360"/>
            <ac:spMk id="2" creationId="{61056C7F-9573-2442-A55D-CAEFD5E8FABF}"/>
          </ac:spMkLst>
        </pc:spChg>
        <pc:picChg chg="add mod">
          <ac:chgData name="takehiro nakamaru" userId="80fedbc913b6d45c" providerId="LiveId" clId="{0AD33806-4FBC-448C-A02A-C3D44D58A0A1}" dt="2025-04-21T01:22:17.314" v="3206" actId="1076"/>
          <ac:picMkLst>
            <pc:docMk/>
            <pc:sldMk cId="1993690185" sldId="360"/>
            <ac:picMk id="14" creationId="{5838862B-3DF9-121D-621D-1E2B1086719B}"/>
          </ac:picMkLst>
        </pc:picChg>
      </pc:sldChg>
      <pc:sldChg chg="addSp delSp modSp add mod">
        <pc:chgData name="takehiro nakamaru" userId="80fedbc913b6d45c" providerId="LiveId" clId="{0AD33806-4FBC-448C-A02A-C3D44D58A0A1}" dt="2025-04-21T01:57:33.626" v="3357" actId="20577"/>
        <pc:sldMkLst>
          <pc:docMk/>
          <pc:sldMk cId="824171622" sldId="361"/>
        </pc:sldMkLst>
        <pc:spChg chg="mod">
          <ac:chgData name="takehiro nakamaru" userId="80fedbc913b6d45c" providerId="LiveId" clId="{0AD33806-4FBC-448C-A02A-C3D44D58A0A1}" dt="2025-04-21T01:57:33.626" v="3357" actId="20577"/>
          <ac:spMkLst>
            <pc:docMk/>
            <pc:sldMk cId="824171622" sldId="361"/>
            <ac:spMk id="2" creationId="{F6F97484-1338-6014-56B9-8F1F815F3BD0}"/>
          </ac:spMkLst>
        </pc:spChg>
        <pc:picChg chg="add mod">
          <ac:chgData name="takehiro nakamaru" userId="80fedbc913b6d45c" providerId="LiveId" clId="{0AD33806-4FBC-448C-A02A-C3D44D58A0A1}" dt="2025-04-21T01:26:36.656" v="3214" actId="1076"/>
          <ac:picMkLst>
            <pc:docMk/>
            <pc:sldMk cId="824171622" sldId="361"/>
            <ac:picMk id="12" creationId="{D366AC2D-43F2-3439-385E-A0C38B8EDA12}"/>
          </ac:picMkLst>
        </pc:picChg>
      </pc:sldChg>
      <pc:sldChg chg="addSp delSp modSp add mod">
        <pc:chgData name="takehiro nakamaru" userId="80fedbc913b6d45c" providerId="LiveId" clId="{0AD33806-4FBC-448C-A02A-C3D44D58A0A1}" dt="2025-04-21T01:57:37.831" v="3358" actId="20577"/>
        <pc:sldMkLst>
          <pc:docMk/>
          <pc:sldMk cId="638297649" sldId="362"/>
        </pc:sldMkLst>
        <pc:spChg chg="mod">
          <ac:chgData name="takehiro nakamaru" userId="80fedbc913b6d45c" providerId="LiveId" clId="{0AD33806-4FBC-448C-A02A-C3D44D58A0A1}" dt="2025-04-21T01:57:37.831" v="3358" actId="20577"/>
          <ac:spMkLst>
            <pc:docMk/>
            <pc:sldMk cId="638297649" sldId="362"/>
            <ac:spMk id="2" creationId="{0572CD6F-4013-FB90-A46E-6A890C4BCF7F}"/>
          </ac:spMkLst>
        </pc:spChg>
        <pc:picChg chg="add mod">
          <ac:chgData name="takehiro nakamaru" userId="80fedbc913b6d45c" providerId="LiveId" clId="{0AD33806-4FBC-448C-A02A-C3D44D58A0A1}" dt="2025-04-21T01:26:56.879" v="3221" actId="1076"/>
          <ac:picMkLst>
            <pc:docMk/>
            <pc:sldMk cId="638297649" sldId="362"/>
            <ac:picMk id="10" creationId="{8B4FB993-99CF-7F8D-77DB-EEB80C586644}"/>
          </ac:picMkLst>
        </pc:picChg>
      </pc:sldChg>
      <pc:sldChg chg="addSp delSp modSp add mod">
        <pc:chgData name="takehiro nakamaru" userId="80fedbc913b6d45c" providerId="LiveId" clId="{0AD33806-4FBC-448C-A02A-C3D44D58A0A1}" dt="2025-04-21T01:57:41.509" v="3359" actId="20577"/>
        <pc:sldMkLst>
          <pc:docMk/>
          <pc:sldMk cId="3354040886" sldId="363"/>
        </pc:sldMkLst>
        <pc:spChg chg="mod">
          <ac:chgData name="takehiro nakamaru" userId="80fedbc913b6d45c" providerId="LiveId" clId="{0AD33806-4FBC-448C-A02A-C3D44D58A0A1}" dt="2025-04-21T01:57:41.509" v="3359" actId="20577"/>
          <ac:spMkLst>
            <pc:docMk/>
            <pc:sldMk cId="3354040886" sldId="363"/>
            <ac:spMk id="2" creationId="{E548593E-7D03-3B58-8A8C-474E0F347851}"/>
          </ac:spMkLst>
        </pc:spChg>
        <pc:picChg chg="add mod">
          <ac:chgData name="takehiro nakamaru" userId="80fedbc913b6d45c" providerId="LiveId" clId="{0AD33806-4FBC-448C-A02A-C3D44D58A0A1}" dt="2025-04-21T01:27:22.137" v="3232" actId="1076"/>
          <ac:picMkLst>
            <pc:docMk/>
            <pc:sldMk cId="3354040886" sldId="363"/>
            <ac:picMk id="8" creationId="{67B5CA9F-A672-BC39-8D45-8CC8ADDCAF6A}"/>
          </ac:picMkLst>
        </pc:picChg>
      </pc:sldChg>
      <pc:sldChg chg="addSp delSp modSp add mod">
        <pc:chgData name="takehiro nakamaru" userId="80fedbc913b6d45c" providerId="LiveId" clId="{0AD33806-4FBC-448C-A02A-C3D44D58A0A1}" dt="2025-04-21T01:57:45.208" v="3360" actId="20577"/>
        <pc:sldMkLst>
          <pc:docMk/>
          <pc:sldMk cId="988833077" sldId="364"/>
        </pc:sldMkLst>
        <pc:spChg chg="mod">
          <ac:chgData name="takehiro nakamaru" userId="80fedbc913b6d45c" providerId="LiveId" clId="{0AD33806-4FBC-448C-A02A-C3D44D58A0A1}" dt="2025-04-21T01:57:45.208" v="3360" actId="20577"/>
          <ac:spMkLst>
            <pc:docMk/>
            <pc:sldMk cId="988833077" sldId="364"/>
            <ac:spMk id="2" creationId="{4B40AF07-13B9-79A7-1609-D6FEAE38D0D8}"/>
          </ac:spMkLst>
        </pc:spChg>
        <pc:picChg chg="add mod">
          <ac:chgData name="takehiro nakamaru" userId="80fedbc913b6d45c" providerId="LiveId" clId="{0AD33806-4FBC-448C-A02A-C3D44D58A0A1}" dt="2025-04-21T01:27:44.494" v="3238" actId="1076"/>
          <ac:picMkLst>
            <pc:docMk/>
            <pc:sldMk cId="988833077" sldId="364"/>
            <ac:picMk id="6" creationId="{4F750E5B-43D8-0285-FFF8-54784EE769F5}"/>
          </ac:picMkLst>
        </pc:picChg>
      </pc:sldChg>
      <pc:sldChg chg="modSp add mod">
        <pc:chgData name="takehiro nakamaru" userId="80fedbc913b6d45c" providerId="LiveId" clId="{0AD33806-4FBC-448C-A02A-C3D44D58A0A1}" dt="2025-04-21T01:34:59.546" v="3262" actId="20577"/>
        <pc:sldMkLst>
          <pc:docMk/>
          <pc:sldMk cId="2195336125" sldId="365"/>
        </pc:sldMkLst>
        <pc:spChg chg="mod">
          <ac:chgData name="takehiro nakamaru" userId="80fedbc913b6d45c" providerId="LiveId" clId="{0AD33806-4FBC-448C-A02A-C3D44D58A0A1}" dt="2025-04-21T01:34:59.546" v="3262" actId="20577"/>
          <ac:spMkLst>
            <pc:docMk/>
            <pc:sldMk cId="2195336125" sldId="365"/>
            <ac:spMk id="2" creationId="{47B7CA0A-E34D-6F78-CA90-28132679E839}"/>
          </ac:spMkLst>
        </pc:spChg>
      </pc:sldChg>
      <pc:sldChg chg="addSp delSp modSp add mod">
        <pc:chgData name="takehiro nakamaru" userId="80fedbc913b6d45c" providerId="LiveId" clId="{0AD33806-4FBC-448C-A02A-C3D44D58A0A1}" dt="2025-04-21T01:46:28.572" v="3308" actId="1076"/>
        <pc:sldMkLst>
          <pc:docMk/>
          <pc:sldMk cId="1464501580" sldId="366"/>
        </pc:sldMkLst>
        <pc:picChg chg="add mod">
          <ac:chgData name="takehiro nakamaru" userId="80fedbc913b6d45c" providerId="LiveId" clId="{0AD33806-4FBC-448C-A02A-C3D44D58A0A1}" dt="2025-04-21T01:46:28.572" v="3308" actId="1076"/>
          <ac:picMkLst>
            <pc:docMk/>
            <pc:sldMk cId="1464501580" sldId="366"/>
            <ac:picMk id="4" creationId="{646CEFA1-C941-AA0E-2E34-E579E4595195}"/>
          </ac:picMkLst>
        </pc:picChg>
      </pc:sldChg>
      <pc:sldChg chg="addSp delSp modSp add mod">
        <pc:chgData name="takehiro nakamaru" userId="80fedbc913b6d45c" providerId="LiveId" clId="{0AD33806-4FBC-448C-A02A-C3D44D58A0A1}" dt="2025-04-21T01:39:28.379" v="3280" actId="1076"/>
        <pc:sldMkLst>
          <pc:docMk/>
          <pc:sldMk cId="3299856024" sldId="367"/>
        </pc:sldMkLst>
        <pc:picChg chg="add mod">
          <ac:chgData name="takehiro nakamaru" userId="80fedbc913b6d45c" providerId="LiveId" clId="{0AD33806-4FBC-448C-A02A-C3D44D58A0A1}" dt="2025-04-21T01:39:28.379" v="3280" actId="1076"/>
          <ac:picMkLst>
            <pc:docMk/>
            <pc:sldMk cId="3299856024" sldId="367"/>
            <ac:picMk id="14" creationId="{63688E26-1DB0-1EB9-0CF8-5EDB0789CB4E}"/>
          </ac:picMkLst>
        </pc:picChg>
      </pc:sldChg>
      <pc:sldChg chg="addSp modSp add mod">
        <pc:chgData name="takehiro nakamaru" userId="80fedbc913b6d45c" providerId="LiveId" clId="{0AD33806-4FBC-448C-A02A-C3D44D58A0A1}" dt="2025-04-21T01:46:59.286" v="3315" actId="1076"/>
        <pc:sldMkLst>
          <pc:docMk/>
          <pc:sldMk cId="1893812847" sldId="368"/>
        </pc:sldMkLst>
        <pc:picChg chg="add mod">
          <ac:chgData name="takehiro nakamaru" userId="80fedbc913b6d45c" providerId="LiveId" clId="{0AD33806-4FBC-448C-A02A-C3D44D58A0A1}" dt="2025-04-21T01:46:59.286" v="3315" actId="1076"/>
          <ac:picMkLst>
            <pc:docMk/>
            <pc:sldMk cId="1893812847" sldId="368"/>
            <ac:picMk id="12" creationId="{B9FF0515-C02D-2E8E-D99D-DCB7C573AB7B}"/>
          </ac:picMkLst>
        </pc:picChg>
      </pc:sldChg>
      <pc:sldChg chg="add del">
        <pc:chgData name="takehiro nakamaru" userId="80fedbc913b6d45c" providerId="LiveId" clId="{0AD33806-4FBC-448C-A02A-C3D44D58A0A1}" dt="2025-04-21T01:39:10.778" v="3274"/>
        <pc:sldMkLst>
          <pc:docMk/>
          <pc:sldMk cId="3294413262" sldId="368"/>
        </pc:sldMkLst>
      </pc:sldChg>
      <pc:sldChg chg="addSp modSp add mod">
        <pc:chgData name="takehiro nakamaru" userId="80fedbc913b6d45c" providerId="LiveId" clId="{0AD33806-4FBC-448C-A02A-C3D44D58A0A1}" dt="2025-04-21T01:46:50.663" v="3312" actId="1076"/>
        <pc:sldMkLst>
          <pc:docMk/>
          <pc:sldMk cId="808720197" sldId="369"/>
        </pc:sldMkLst>
        <pc:picChg chg="add mod">
          <ac:chgData name="takehiro nakamaru" userId="80fedbc913b6d45c" providerId="LiveId" clId="{0AD33806-4FBC-448C-A02A-C3D44D58A0A1}" dt="2025-04-21T01:46:50.663" v="3312" actId="1076"/>
          <ac:picMkLst>
            <pc:docMk/>
            <pc:sldMk cId="808720197" sldId="369"/>
            <ac:picMk id="10" creationId="{C3F2BE87-3B7D-D025-3864-393D72C507BD}"/>
          </ac:picMkLst>
        </pc:picChg>
      </pc:sldChg>
      <pc:sldChg chg="addSp delSp modSp add mod">
        <pc:chgData name="takehiro nakamaru" userId="80fedbc913b6d45c" providerId="LiveId" clId="{0AD33806-4FBC-448C-A02A-C3D44D58A0A1}" dt="2025-04-21T01:47:13.664" v="3316" actId="14100"/>
        <pc:sldMkLst>
          <pc:docMk/>
          <pc:sldMk cId="1565419055" sldId="370"/>
        </pc:sldMkLst>
        <pc:picChg chg="add mod">
          <ac:chgData name="takehiro nakamaru" userId="80fedbc913b6d45c" providerId="LiveId" clId="{0AD33806-4FBC-448C-A02A-C3D44D58A0A1}" dt="2025-04-21T01:47:13.664" v="3316" actId="14100"/>
          <ac:picMkLst>
            <pc:docMk/>
            <pc:sldMk cId="1565419055" sldId="370"/>
            <ac:picMk id="8" creationId="{6CFEBC39-FE44-7D23-7D2C-CE3C054BBAED}"/>
          </ac:picMkLst>
        </pc:picChg>
      </pc:sldChg>
      <pc:sldChg chg="addSp delSp modSp add mod">
        <pc:chgData name="takehiro nakamaru" userId="80fedbc913b6d45c" providerId="LiveId" clId="{0AD33806-4FBC-448C-A02A-C3D44D58A0A1}" dt="2025-04-21T01:46:38.190" v="3310" actId="1076"/>
        <pc:sldMkLst>
          <pc:docMk/>
          <pc:sldMk cId="4119226295" sldId="371"/>
        </pc:sldMkLst>
        <pc:picChg chg="add mod">
          <ac:chgData name="takehiro nakamaru" userId="80fedbc913b6d45c" providerId="LiveId" clId="{0AD33806-4FBC-448C-A02A-C3D44D58A0A1}" dt="2025-04-21T01:46:38.190" v="3310" actId="1076"/>
          <ac:picMkLst>
            <pc:docMk/>
            <pc:sldMk cId="4119226295" sldId="371"/>
            <ac:picMk id="6" creationId="{50945BCB-0CFF-682D-6927-607B44901F39}"/>
          </ac:picMkLst>
        </pc:picChg>
      </pc:sldChg>
      <pc:sldChg chg="new del">
        <pc:chgData name="takehiro nakamaru" userId="80fedbc913b6d45c" providerId="LiveId" clId="{0AD33806-4FBC-448C-A02A-C3D44D58A0A1}" dt="2025-04-30T14:08:25.016" v="3389" actId="47"/>
        <pc:sldMkLst>
          <pc:docMk/>
          <pc:sldMk cId="1208754843" sldId="372"/>
        </pc:sldMkLst>
      </pc:sldChg>
      <pc:sldChg chg="new add del">
        <pc:chgData name="takehiro nakamaru" userId="80fedbc913b6d45c" providerId="LiveId" clId="{0AD33806-4FBC-448C-A02A-C3D44D58A0A1}" dt="2025-04-21T01:54:09.929" v="3322" actId="47"/>
        <pc:sldMkLst>
          <pc:docMk/>
          <pc:sldMk cId="1880367917" sldId="372"/>
        </pc:sldMkLst>
      </pc:sldChg>
      <pc:sldChg chg="addSp delSp modSp add mod">
        <pc:chgData name="takehiro nakamaru" userId="80fedbc913b6d45c" providerId="LiveId" clId="{0AD33806-4FBC-448C-A02A-C3D44D58A0A1}" dt="2025-04-30T14:10:08.163" v="3396" actId="1076"/>
        <pc:sldMkLst>
          <pc:docMk/>
          <pc:sldMk cId="2713572416" sldId="373"/>
        </pc:sldMkLst>
        <pc:spChg chg="mod">
          <ac:chgData name="takehiro nakamaru" userId="80fedbc913b6d45c" providerId="LiveId" clId="{0AD33806-4FBC-448C-A02A-C3D44D58A0A1}" dt="2025-04-30T14:08:20.405" v="3387" actId="20577"/>
          <ac:spMkLst>
            <pc:docMk/>
            <pc:sldMk cId="2713572416" sldId="373"/>
            <ac:spMk id="2" creationId="{4DF92FF9-DD56-894D-2E81-DE88BFCAC01E}"/>
          </ac:spMkLst>
        </pc:spChg>
        <pc:spChg chg="del">
          <ac:chgData name="takehiro nakamaru" userId="80fedbc913b6d45c" providerId="LiveId" clId="{0AD33806-4FBC-448C-A02A-C3D44D58A0A1}" dt="2025-04-30T14:09:56.473" v="3391" actId="478"/>
          <ac:spMkLst>
            <pc:docMk/>
            <pc:sldMk cId="2713572416" sldId="373"/>
            <ac:spMk id="66" creationId="{7478F16E-4342-AAEC-A0FE-AFB6F0AB4A03}"/>
          </ac:spMkLst>
        </pc:spChg>
        <pc:picChg chg="add mod">
          <ac:chgData name="takehiro nakamaru" userId="80fedbc913b6d45c" providerId="LiveId" clId="{0AD33806-4FBC-448C-A02A-C3D44D58A0A1}" dt="2025-04-30T14:10:08.163" v="3396" actId="1076"/>
          <ac:picMkLst>
            <pc:docMk/>
            <pc:sldMk cId="2713572416" sldId="373"/>
            <ac:picMk id="3" creationId="{AE6F0D22-E373-9B30-255C-6DFD19F7F276}"/>
          </ac:picMkLst>
        </pc:picChg>
        <pc:picChg chg="del">
          <ac:chgData name="takehiro nakamaru" userId="80fedbc913b6d45c" providerId="LiveId" clId="{0AD33806-4FBC-448C-A02A-C3D44D58A0A1}" dt="2025-04-30T14:08:14.625" v="3363" actId="478"/>
          <ac:picMkLst>
            <pc:docMk/>
            <pc:sldMk cId="2713572416" sldId="373"/>
            <ac:picMk id="4" creationId="{CAD3885C-A839-AC63-5816-5A2D54E8EE9F}"/>
          </ac:picMkLst>
        </pc:picChg>
      </pc:sldChg>
      <pc:sldChg chg="addSp delSp modSp add mod">
        <pc:chgData name="takehiro nakamaru" userId="80fedbc913b6d45c" providerId="LiveId" clId="{0AD33806-4FBC-448C-A02A-C3D44D58A0A1}" dt="2025-04-30T14:17:34.445" v="3571" actId="1076"/>
        <pc:sldMkLst>
          <pc:docMk/>
          <pc:sldMk cId="2912010780" sldId="374"/>
        </pc:sldMkLst>
        <pc:picChg chg="add mod">
          <ac:chgData name="takehiro nakamaru" userId="80fedbc913b6d45c" providerId="LiveId" clId="{0AD33806-4FBC-448C-A02A-C3D44D58A0A1}" dt="2025-04-30T14:17:34.445" v="3571" actId="1076"/>
          <ac:picMkLst>
            <pc:docMk/>
            <pc:sldMk cId="2912010780" sldId="374"/>
            <ac:picMk id="4" creationId="{FB157F4B-47D2-35DE-0246-25D043E20479}"/>
          </ac:picMkLst>
        </pc:picChg>
        <pc:picChg chg="add del mod">
          <ac:chgData name="takehiro nakamaru" userId="80fedbc913b6d45c" providerId="LiveId" clId="{0AD33806-4FBC-448C-A02A-C3D44D58A0A1}" dt="2025-04-30T14:17:14.842" v="3563" actId="21"/>
          <ac:picMkLst>
            <pc:docMk/>
            <pc:sldMk cId="2912010780" sldId="374"/>
            <ac:picMk id="6" creationId="{8C340F51-C768-F8B1-ED01-D2BF2D851706}"/>
          </ac:picMkLst>
        </pc:picChg>
        <pc:picChg chg="del">
          <ac:chgData name="takehiro nakamaru" userId="80fedbc913b6d45c" providerId="LiveId" clId="{0AD33806-4FBC-448C-A02A-C3D44D58A0A1}" dt="2025-04-30T14:16:59.202" v="3556" actId="21"/>
          <ac:picMkLst>
            <pc:docMk/>
            <pc:sldMk cId="2912010780" sldId="374"/>
            <ac:picMk id="8" creationId="{CD9674AA-0636-B351-6BDE-FD517B1884BF}"/>
          </ac:picMkLst>
        </pc:picChg>
        <pc:picChg chg="add del mod">
          <ac:chgData name="takehiro nakamaru" userId="80fedbc913b6d45c" providerId="LiveId" clId="{0AD33806-4FBC-448C-A02A-C3D44D58A0A1}" dt="2025-04-30T14:16:45.171" v="3550" actId="21"/>
          <ac:picMkLst>
            <pc:docMk/>
            <pc:sldMk cId="2912010780" sldId="374"/>
            <ac:picMk id="10" creationId="{6EDB8AE6-27BE-5114-FB33-DDA3890DEEA8}"/>
          </ac:picMkLst>
        </pc:picChg>
        <pc:picChg chg="del">
          <ac:chgData name="takehiro nakamaru" userId="80fedbc913b6d45c" providerId="LiveId" clId="{0AD33806-4FBC-448C-A02A-C3D44D58A0A1}" dt="2025-04-30T14:16:31.090" v="3544" actId="21"/>
          <ac:picMkLst>
            <pc:docMk/>
            <pc:sldMk cId="2912010780" sldId="374"/>
            <ac:picMk id="12" creationId="{98BA66AC-C726-99A7-87E2-68F2B03B6878}"/>
          </ac:picMkLst>
        </pc:picChg>
        <pc:picChg chg="add del mod">
          <ac:chgData name="takehiro nakamaru" userId="80fedbc913b6d45c" providerId="LiveId" clId="{0AD33806-4FBC-448C-A02A-C3D44D58A0A1}" dt="2025-04-30T14:16:15.136" v="3537" actId="21"/>
          <ac:picMkLst>
            <pc:docMk/>
            <pc:sldMk cId="2912010780" sldId="374"/>
            <ac:picMk id="14" creationId="{9EE2CE3B-91FD-1AD2-21C0-BA24EE38FE43}"/>
          </ac:picMkLst>
        </pc:picChg>
        <pc:picChg chg="del">
          <ac:chgData name="takehiro nakamaru" userId="80fedbc913b6d45c" providerId="LiveId" clId="{0AD33806-4FBC-448C-A02A-C3D44D58A0A1}" dt="2025-04-30T14:15:53.402" v="3528" actId="21"/>
          <ac:picMkLst>
            <pc:docMk/>
            <pc:sldMk cId="2912010780" sldId="374"/>
            <ac:picMk id="16" creationId="{1F1ADAF2-9989-FD69-1BEA-7D921E3AB21E}"/>
          </ac:picMkLst>
        </pc:picChg>
        <pc:picChg chg="del">
          <ac:chgData name="takehiro nakamaru" userId="80fedbc913b6d45c" providerId="LiveId" clId="{0AD33806-4FBC-448C-A02A-C3D44D58A0A1}" dt="2025-04-30T14:15:34.268" v="3520" actId="21"/>
          <ac:picMkLst>
            <pc:docMk/>
            <pc:sldMk cId="2912010780" sldId="374"/>
            <ac:picMk id="18" creationId="{3DAF83DF-4F1C-BA0A-BFAB-56B0E1CBC5D6}"/>
          </ac:picMkLst>
        </pc:picChg>
        <pc:picChg chg="add del mod">
          <ac:chgData name="takehiro nakamaru" userId="80fedbc913b6d45c" providerId="LiveId" clId="{0AD33806-4FBC-448C-A02A-C3D44D58A0A1}" dt="2025-04-30T14:15:17.038" v="3513" actId="21"/>
          <ac:picMkLst>
            <pc:docMk/>
            <pc:sldMk cId="2912010780" sldId="374"/>
            <ac:picMk id="20" creationId="{54DDCE08-DB7B-24C9-D847-FCD936D97649}"/>
          </ac:picMkLst>
        </pc:picChg>
        <pc:picChg chg="add del mod">
          <ac:chgData name="takehiro nakamaru" userId="80fedbc913b6d45c" providerId="LiveId" clId="{0AD33806-4FBC-448C-A02A-C3D44D58A0A1}" dt="2025-04-30T14:14:59.333" v="3506" actId="21"/>
          <ac:picMkLst>
            <pc:docMk/>
            <pc:sldMk cId="2912010780" sldId="374"/>
            <ac:picMk id="22" creationId="{03848E4D-4C95-553F-513F-384067C8E05C}"/>
          </ac:picMkLst>
        </pc:picChg>
        <pc:picChg chg="del">
          <ac:chgData name="takehiro nakamaru" userId="80fedbc913b6d45c" providerId="LiveId" clId="{0AD33806-4FBC-448C-A02A-C3D44D58A0A1}" dt="2025-04-30T14:14:42.680" v="3498" actId="21"/>
          <ac:picMkLst>
            <pc:docMk/>
            <pc:sldMk cId="2912010780" sldId="374"/>
            <ac:picMk id="24" creationId="{1F5FF307-80A8-1795-C630-69A04A6E9D0C}"/>
          </ac:picMkLst>
        </pc:picChg>
        <pc:picChg chg="del">
          <ac:chgData name="takehiro nakamaru" userId="80fedbc913b6d45c" providerId="LiveId" clId="{0AD33806-4FBC-448C-A02A-C3D44D58A0A1}" dt="2025-04-30T14:14:26.225" v="3491" actId="21"/>
          <ac:picMkLst>
            <pc:docMk/>
            <pc:sldMk cId="2912010780" sldId="374"/>
            <ac:picMk id="26" creationId="{568A24C7-BF88-EC84-9BD0-1A38ECFA79D1}"/>
          </ac:picMkLst>
        </pc:picChg>
        <pc:picChg chg="del">
          <ac:chgData name="takehiro nakamaru" userId="80fedbc913b6d45c" providerId="LiveId" clId="{0AD33806-4FBC-448C-A02A-C3D44D58A0A1}" dt="2025-04-30T14:14:04.670" v="3484" actId="21"/>
          <ac:picMkLst>
            <pc:docMk/>
            <pc:sldMk cId="2912010780" sldId="374"/>
            <ac:picMk id="28" creationId="{7551F344-854B-8DAF-E662-4C72A59E02A5}"/>
          </ac:picMkLst>
        </pc:picChg>
        <pc:picChg chg="del">
          <ac:chgData name="takehiro nakamaru" userId="80fedbc913b6d45c" providerId="LiveId" clId="{0AD33806-4FBC-448C-A02A-C3D44D58A0A1}" dt="2025-04-30T14:13:41.195" v="3475" actId="21"/>
          <ac:picMkLst>
            <pc:docMk/>
            <pc:sldMk cId="2912010780" sldId="374"/>
            <ac:picMk id="30" creationId="{4F9D673B-C1DE-4CEF-03CD-EFDF729906FD}"/>
          </ac:picMkLst>
        </pc:picChg>
        <pc:picChg chg="del">
          <ac:chgData name="takehiro nakamaru" userId="80fedbc913b6d45c" providerId="LiveId" clId="{0AD33806-4FBC-448C-A02A-C3D44D58A0A1}" dt="2025-04-30T14:13:22.981" v="3468" actId="21"/>
          <ac:picMkLst>
            <pc:docMk/>
            <pc:sldMk cId="2912010780" sldId="374"/>
            <ac:picMk id="32" creationId="{1B25BD18-F16B-5BEC-785E-103727524FBD}"/>
          </ac:picMkLst>
        </pc:picChg>
        <pc:picChg chg="add del mod">
          <ac:chgData name="takehiro nakamaru" userId="80fedbc913b6d45c" providerId="LiveId" clId="{0AD33806-4FBC-448C-A02A-C3D44D58A0A1}" dt="2025-04-30T14:13:05.225" v="3460" actId="21"/>
          <ac:picMkLst>
            <pc:docMk/>
            <pc:sldMk cId="2912010780" sldId="374"/>
            <ac:picMk id="34" creationId="{8FF90B8F-996D-844F-A59B-BCCA259CFD07}"/>
          </ac:picMkLst>
        </pc:picChg>
        <pc:picChg chg="del">
          <ac:chgData name="takehiro nakamaru" userId="80fedbc913b6d45c" providerId="LiveId" clId="{0AD33806-4FBC-448C-A02A-C3D44D58A0A1}" dt="2025-04-30T14:12:44.416" v="3451" actId="21"/>
          <ac:picMkLst>
            <pc:docMk/>
            <pc:sldMk cId="2912010780" sldId="374"/>
            <ac:picMk id="36" creationId="{90880798-CEE4-C61F-BB13-D4D6152230CC}"/>
          </ac:picMkLst>
        </pc:picChg>
        <pc:picChg chg="del">
          <ac:chgData name="takehiro nakamaru" userId="80fedbc913b6d45c" providerId="LiveId" clId="{0AD33806-4FBC-448C-A02A-C3D44D58A0A1}" dt="2025-04-30T14:12:24.203" v="3444" actId="21"/>
          <ac:picMkLst>
            <pc:docMk/>
            <pc:sldMk cId="2912010780" sldId="374"/>
            <ac:picMk id="38" creationId="{EE2AD664-F1FD-0F38-3A7C-3F1C74C5F75D}"/>
          </ac:picMkLst>
        </pc:picChg>
        <pc:picChg chg="add del mod">
          <ac:chgData name="takehiro nakamaru" userId="80fedbc913b6d45c" providerId="LiveId" clId="{0AD33806-4FBC-448C-A02A-C3D44D58A0A1}" dt="2025-04-30T14:12:03.375" v="3433" actId="21"/>
          <ac:picMkLst>
            <pc:docMk/>
            <pc:sldMk cId="2912010780" sldId="374"/>
            <ac:picMk id="40" creationId="{E55988BF-ED8A-1C27-A6A2-CFE756860A87}"/>
          </ac:picMkLst>
        </pc:picChg>
        <pc:picChg chg="del">
          <ac:chgData name="takehiro nakamaru" userId="80fedbc913b6d45c" providerId="LiveId" clId="{0AD33806-4FBC-448C-A02A-C3D44D58A0A1}" dt="2025-04-30T14:11:43.168" v="3425" actId="21"/>
          <ac:picMkLst>
            <pc:docMk/>
            <pc:sldMk cId="2912010780" sldId="374"/>
            <ac:picMk id="42" creationId="{B8EEDA7D-FD42-04DC-32A8-147A16E107F6}"/>
          </ac:picMkLst>
        </pc:picChg>
        <pc:picChg chg="add del mod">
          <ac:chgData name="takehiro nakamaru" userId="80fedbc913b6d45c" providerId="LiveId" clId="{0AD33806-4FBC-448C-A02A-C3D44D58A0A1}" dt="2025-04-30T14:11:17.402" v="3419" actId="21"/>
          <ac:picMkLst>
            <pc:docMk/>
            <pc:sldMk cId="2912010780" sldId="374"/>
            <ac:picMk id="44" creationId="{87CD2B8F-41EB-19CA-2657-077F0CB4A563}"/>
          </ac:picMkLst>
        </pc:picChg>
        <pc:picChg chg="add del mod">
          <ac:chgData name="takehiro nakamaru" userId="80fedbc913b6d45c" providerId="LiveId" clId="{0AD33806-4FBC-448C-A02A-C3D44D58A0A1}" dt="2025-04-30T14:10:40.462" v="3409" actId="21"/>
          <ac:picMkLst>
            <pc:docMk/>
            <pc:sldMk cId="2912010780" sldId="374"/>
            <ac:picMk id="46" creationId="{AB533B7F-7A9F-006A-31A1-8228F3A4C8D6}"/>
          </ac:picMkLst>
        </pc:picChg>
        <pc:picChg chg="del">
          <ac:chgData name="takehiro nakamaru" userId="80fedbc913b6d45c" providerId="LiveId" clId="{0AD33806-4FBC-448C-A02A-C3D44D58A0A1}" dt="2025-04-30T14:10:16.741" v="3399" actId="21"/>
          <ac:picMkLst>
            <pc:docMk/>
            <pc:sldMk cId="2912010780" sldId="374"/>
            <ac:picMk id="48" creationId="{D8C9C344-BE82-1385-9B3A-C6AA8E54B30F}"/>
          </ac:picMkLst>
        </pc:picChg>
      </pc:sldChg>
      <pc:sldChg chg="addSp delSp modSp add mod">
        <pc:chgData name="takehiro nakamaru" userId="80fedbc913b6d45c" providerId="LiveId" clId="{0AD33806-4FBC-448C-A02A-C3D44D58A0A1}" dt="2025-04-30T14:11:09.588" v="3416"/>
        <pc:sldMkLst>
          <pc:docMk/>
          <pc:sldMk cId="4205536811" sldId="375"/>
        </pc:sldMkLst>
        <pc:picChg chg="del">
          <ac:chgData name="takehiro nakamaru" userId="80fedbc913b6d45c" providerId="LiveId" clId="{0AD33806-4FBC-448C-A02A-C3D44D58A0A1}" dt="2025-04-30T14:10:37.332" v="3408" actId="478"/>
          <ac:picMkLst>
            <pc:docMk/>
            <pc:sldMk cId="4205536811" sldId="375"/>
            <ac:picMk id="3" creationId="{BC6F1ED1-A9F6-5648-A171-B07CB339F61F}"/>
          </ac:picMkLst>
        </pc:picChg>
        <pc:picChg chg="add mod">
          <ac:chgData name="takehiro nakamaru" userId="80fedbc913b6d45c" providerId="LiveId" clId="{0AD33806-4FBC-448C-A02A-C3D44D58A0A1}" dt="2025-04-30T14:11:09.588" v="3416"/>
          <ac:picMkLst>
            <pc:docMk/>
            <pc:sldMk cId="4205536811" sldId="375"/>
            <ac:picMk id="4" creationId="{1B1294AD-C927-B1EB-25F0-E9B484B72CBF}"/>
          </ac:picMkLst>
        </pc:picChg>
        <pc:picChg chg="add mod">
          <ac:chgData name="takehiro nakamaru" userId="80fedbc913b6d45c" providerId="LiveId" clId="{0AD33806-4FBC-448C-A02A-C3D44D58A0A1}" dt="2025-04-30T14:10:54.387" v="3415" actId="1076"/>
          <ac:picMkLst>
            <pc:docMk/>
            <pc:sldMk cId="4205536811" sldId="375"/>
            <ac:picMk id="46" creationId="{AB533B7F-7A9F-006A-31A1-8228F3A4C8D6}"/>
          </ac:picMkLst>
        </pc:picChg>
      </pc:sldChg>
      <pc:sldChg chg="addSp delSp modSp add del mod">
        <pc:chgData name="takehiro nakamaru" userId="80fedbc913b6d45c" providerId="LiveId" clId="{0AD33806-4FBC-448C-A02A-C3D44D58A0A1}" dt="2025-04-30T14:10:32.193" v="3406" actId="47"/>
        <pc:sldMkLst>
          <pc:docMk/>
          <pc:sldMk cId="4256137802" sldId="375"/>
        </pc:sldMkLst>
        <pc:picChg chg="del">
          <ac:chgData name="takehiro nakamaru" userId="80fedbc913b6d45c" providerId="LiveId" clId="{0AD33806-4FBC-448C-A02A-C3D44D58A0A1}" dt="2025-04-30T14:10:12.502" v="3398" actId="478"/>
          <ac:picMkLst>
            <pc:docMk/>
            <pc:sldMk cId="4256137802" sldId="375"/>
            <ac:picMk id="3" creationId="{3B17CDC4-AD05-5561-F0DA-EEFBC85A0391}"/>
          </ac:picMkLst>
        </pc:picChg>
        <pc:picChg chg="add mod">
          <ac:chgData name="takehiro nakamaru" userId="80fedbc913b6d45c" providerId="LiveId" clId="{0AD33806-4FBC-448C-A02A-C3D44D58A0A1}" dt="2025-04-30T14:10:28.869" v="3405" actId="1076"/>
          <ac:picMkLst>
            <pc:docMk/>
            <pc:sldMk cId="4256137802" sldId="375"/>
            <ac:picMk id="48" creationId="{D8C9C344-BE82-1385-9B3A-C6AA8E54B30F}"/>
          </ac:picMkLst>
        </pc:picChg>
      </pc:sldChg>
      <pc:sldChg chg="addSp delSp modSp add mod">
        <pc:chgData name="takehiro nakamaru" userId="80fedbc913b6d45c" providerId="LiveId" clId="{0AD33806-4FBC-448C-A02A-C3D44D58A0A1}" dt="2025-04-30T14:11:34.461" v="3422" actId="14100"/>
        <pc:sldMkLst>
          <pc:docMk/>
          <pc:sldMk cId="315412155" sldId="376"/>
        </pc:sldMkLst>
        <pc:picChg chg="add mod">
          <ac:chgData name="takehiro nakamaru" userId="80fedbc913b6d45c" providerId="LiveId" clId="{0AD33806-4FBC-448C-A02A-C3D44D58A0A1}" dt="2025-04-30T14:11:34.461" v="3422" actId="14100"/>
          <ac:picMkLst>
            <pc:docMk/>
            <pc:sldMk cId="315412155" sldId="376"/>
            <ac:picMk id="44" creationId="{87CD2B8F-41EB-19CA-2657-077F0CB4A563}"/>
          </ac:picMkLst>
        </pc:picChg>
        <pc:picChg chg="del">
          <ac:chgData name="takehiro nakamaru" userId="80fedbc913b6d45c" providerId="LiveId" clId="{0AD33806-4FBC-448C-A02A-C3D44D58A0A1}" dt="2025-04-30T14:11:13.568" v="3418" actId="478"/>
          <ac:picMkLst>
            <pc:docMk/>
            <pc:sldMk cId="315412155" sldId="376"/>
            <ac:picMk id="46" creationId="{5BB60B11-604A-CE80-2B02-85D724C0C777}"/>
          </ac:picMkLst>
        </pc:picChg>
      </pc:sldChg>
      <pc:sldChg chg="addSp delSp modSp add mod">
        <pc:chgData name="takehiro nakamaru" userId="80fedbc913b6d45c" providerId="LiveId" clId="{0AD33806-4FBC-448C-A02A-C3D44D58A0A1}" dt="2025-04-30T14:11:53.598" v="3430" actId="1076"/>
        <pc:sldMkLst>
          <pc:docMk/>
          <pc:sldMk cId="275449068" sldId="377"/>
        </pc:sldMkLst>
        <pc:picChg chg="add mod">
          <ac:chgData name="takehiro nakamaru" userId="80fedbc913b6d45c" providerId="LiveId" clId="{0AD33806-4FBC-448C-A02A-C3D44D58A0A1}" dt="2025-04-30T14:11:53.598" v="3430" actId="1076"/>
          <ac:picMkLst>
            <pc:docMk/>
            <pc:sldMk cId="275449068" sldId="377"/>
            <ac:picMk id="42" creationId="{B8EEDA7D-FD42-04DC-32A8-147A16E107F6}"/>
          </ac:picMkLst>
        </pc:picChg>
        <pc:picChg chg="del">
          <ac:chgData name="takehiro nakamaru" userId="80fedbc913b6d45c" providerId="LiveId" clId="{0AD33806-4FBC-448C-A02A-C3D44D58A0A1}" dt="2025-04-30T14:11:40.350" v="3424" actId="478"/>
          <ac:picMkLst>
            <pc:docMk/>
            <pc:sldMk cId="275449068" sldId="377"/>
            <ac:picMk id="44" creationId="{CB48D282-1525-C7AA-F9AA-86CB11873841}"/>
          </ac:picMkLst>
        </pc:picChg>
      </pc:sldChg>
      <pc:sldChg chg="addSp delSp modSp add del mod">
        <pc:chgData name="takehiro nakamaru" userId="80fedbc913b6d45c" providerId="LiveId" clId="{0AD33806-4FBC-448C-A02A-C3D44D58A0A1}" dt="2025-04-30T14:32:27.502" v="3572" actId="47"/>
        <pc:sldMkLst>
          <pc:docMk/>
          <pc:sldMk cId="4208236249" sldId="378"/>
        </pc:sldMkLst>
        <pc:picChg chg="add mod">
          <ac:chgData name="takehiro nakamaru" userId="80fedbc913b6d45c" providerId="LiveId" clId="{0AD33806-4FBC-448C-A02A-C3D44D58A0A1}" dt="2025-04-30T14:12:17.271" v="3441" actId="1076"/>
          <ac:picMkLst>
            <pc:docMk/>
            <pc:sldMk cId="4208236249" sldId="378"/>
            <ac:picMk id="40" creationId="{E55988BF-ED8A-1C27-A6A2-CFE756860A87}"/>
          </ac:picMkLst>
        </pc:picChg>
        <pc:picChg chg="del">
          <ac:chgData name="takehiro nakamaru" userId="80fedbc913b6d45c" providerId="LiveId" clId="{0AD33806-4FBC-448C-A02A-C3D44D58A0A1}" dt="2025-04-30T14:11:57.888" v="3432" actId="478"/>
          <ac:picMkLst>
            <pc:docMk/>
            <pc:sldMk cId="4208236249" sldId="378"/>
            <ac:picMk id="42" creationId="{AE55DD19-5B1E-A89B-BA24-5D7C4EE9B2B0}"/>
          </ac:picMkLst>
        </pc:picChg>
      </pc:sldChg>
      <pc:sldChg chg="addSp delSp modSp add mod">
        <pc:chgData name="takehiro nakamaru" userId="80fedbc913b6d45c" providerId="LiveId" clId="{0AD33806-4FBC-448C-A02A-C3D44D58A0A1}" dt="2025-04-30T14:12:34.968" v="3448" actId="1076"/>
        <pc:sldMkLst>
          <pc:docMk/>
          <pc:sldMk cId="1699811357" sldId="379"/>
        </pc:sldMkLst>
        <pc:picChg chg="add mod">
          <ac:chgData name="takehiro nakamaru" userId="80fedbc913b6d45c" providerId="LiveId" clId="{0AD33806-4FBC-448C-A02A-C3D44D58A0A1}" dt="2025-04-30T14:12:34.968" v="3448" actId="1076"/>
          <ac:picMkLst>
            <pc:docMk/>
            <pc:sldMk cId="1699811357" sldId="379"/>
            <ac:picMk id="38" creationId="{EE2AD664-F1FD-0F38-3A7C-3F1C74C5F75D}"/>
          </ac:picMkLst>
        </pc:picChg>
        <pc:picChg chg="del">
          <ac:chgData name="takehiro nakamaru" userId="80fedbc913b6d45c" providerId="LiveId" clId="{0AD33806-4FBC-448C-A02A-C3D44D58A0A1}" dt="2025-04-30T14:12:21.371" v="3443" actId="478"/>
          <ac:picMkLst>
            <pc:docMk/>
            <pc:sldMk cId="1699811357" sldId="379"/>
            <ac:picMk id="40" creationId="{8FE999DC-CC90-3703-8D3A-E6785B847A07}"/>
          </ac:picMkLst>
        </pc:picChg>
      </pc:sldChg>
      <pc:sldChg chg="addSp delSp modSp add mod">
        <pc:chgData name="takehiro nakamaru" userId="80fedbc913b6d45c" providerId="LiveId" clId="{0AD33806-4FBC-448C-A02A-C3D44D58A0A1}" dt="2025-04-30T14:12:59.094" v="3457" actId="1076"/>
        <pc:sldMkLst>
          <pc:docMk/>
          <pc:sldMk cId="2984489273" sldId="380"/>
        </pc:sldMkLst>
        <pc:picChg chg="add mod">
          <ac:chgData name="takehiro nakamaru" userId="80fedbc913b6d45c" providerId="LiveId" clId="{0AD33806-4FBC-448C-A02A-C3D44D58A0A1}" dt="2025-04-30T14:12:59.094" v="3457" actId="1076"/>
          <ac:picMkLst>
            <pc:docMk/>
            <pc:sldMk cId="2984489273" sldId="380"/>
            <ac:picMk id="36" creationId="{90880798-CEE4-C61F-BB13-D4D6152230CC}"/>
          </ac:picMkLst>
        </pc:picChg>
        <pc:picChg chg="del">
          <ac:chgData name="takehiro nakamaru" userId="80fedbc913b6d45c" providerId="LiveId" clId="{0AD33806-4FBC-448C-A02A-C3D44D58A0A1}" dt="2025-04-30T14:12:38.725" v="3450" actId="478"/>
          <ac:picMkLst>
            <pc:docMk/>
            <pc:sldMk cId="2984489273" sldId="380"/>
            <ac:picMk id="38" creationId="{47D5795D-66E3-B5EF-93CF-0784327E91E7}"/>
          </ac:picMkLst>
        </pc:picChg>
      </pc:sldChg>
      <pc:sldChg chg="addSp delSp modSp add mod">
        <pc:chgData name="takehiro nakamaru" userId="80fedbc913b6d45c" providerId="LiveId" clId="{0AD33806-4FBC-448C-A02A-C3D44D58A0A1}" dt="2025-04-30T14:13:15.475" v="3465" actId="1076"/>
        <pc:sldMkLst>
          <pc:docMk/>
          <pc:sldMk cId="3719426995" sldId="381"/>
        </pc:sldMkLst>
        <pc:picChg chg="add mod">
          <ac:chgData name="takehiro nakamaru" userId="80fedbc913b6d45c" providerId="LiveId" clId="{0AD33806-4FBC-448C-A02A-C3D44D58A0A1}" dt="2025-04-30T14:13:15.475" v="3465" actId="1076"/>
          <ac:picMkLst>
            <pc:docMk/>
            <pc:sldMk cId="3719426995" sldId="381"/>
            <ac:picMk id="34" creationId="{8FF90B8F-996D-844F-A59B-BCCA259CFD07}"/>
          </ac:picMkLst>
        </pc:picChg>
        <pc:picChg chg="del">
          <ac:chgData name="takehiro nakamaru" userId="80fedbc913b6d45c" providerId="LiveId" clId="{0AD33806-4FBC-448C-A02A-C3D44D58A0A1}" dt="2025-04-30T14:13:02.473" v="3459" actId="478"/>
          <ac:picMkLst>
            <pc:docMk/>
            <pc:sldMk cId="3719426995" sldId="381"/>
            <ac:picMk id="36" creationId="{E5629476-C517-F038-BB24-F40BE8F7218D}"/>
          </ac:picMkLst>
        </pc:picChg>
      </pc:sldChg>
      <pc:sldChg chg="addSp delSp modSp add mod">
        <pc:chgData name="takehiro nakamaru" userId="80fedbc913b6d45c" providerId="LiveId" clId="{0AD33806-4FBC-448C-A02A-C3D44D58A0A1}" dt="2025-04-30T14:13:33.801" v="3472" actId="1076"/>
        <pc:sldMkLst>
          <pc:docMk/>
          <pc:sldMk cId="1584261533" sldId="382"/>
        </pc:sldMkLst>
        <pc:picChg chg="add mod">
          <ac:chgData name="takehiro nakamaru" userId="80fedbc913b6d45c" providerId="LiveId" clId="{0AD33806-4FBC-448C-A02A-C3D44D58A0A1}" dt="2025-04-30T14:13:33.801" v="3472" actId="1076"/>
          <ac:picMkLst>
            <pc:docMk/>
            <pc:sldMk cId="1584261533" sldId="382"/>
            <ac:picMk id="32" creationId="{1B25BD18-F16B-5BEC-785E-103727524FBD}"/>
          </ac:picMkLst>
        </pc:picChg>
        <pc:picChg chg="del">
          <ac:chgData name="takehiro nakamaru" userId="80fedbc913b6d45c" providerId="LiveId" clId="{0AD33806-4FBC-448C-A02A-C3D44D58A0A1}" dt="2025-04-30T14:13:19.137" v="3467" actId="478"/>
          <ac:picMkLst>
            <pc:docMk/>
            <pc:sldMk cId="1584261533" sldId="382"/>
            <ac:picMk id="34" creationId="{F4108B7D-2C11-FCC9-3CC6-5135DFE20623}"/>
          </ac:picMkLst>
        </pc:picChg>
      </pc:sldChg>
      <pc:sldChg chg="addSp delSp modSp add mod">
        <pc:chgData name="takehiro nakamaru" userId="80fedbc913b6d45c" providerId="LiveId" clId="{0AD33806-4FBC-448C-A02A-C3D44D58A0A1}" dt="2025-04-30T14:13:55.435" v="3481" actId="14100"/>
        <pc:sldMkLst>
          <pc:docMk/>
          <pc:sldMk cId="3952419529" sldId="383"/>
        </pc:sldMkLst>
        <pc:picChg chg="add mod">
          <ac:chgData name="takehiro nakamaru" userId="80fedbc913b6d45c" providerId="LiveId" clId="{0AD33806-4FBC-448C-A02A-C3D44D58A0A1}" dt="2025-04-30T14:13:55.435" v="3481" actId="14100"/>
          <ac:picMkLst>
            <pc:docMk/>
            <pc:sldMk cId="3952419529" sldId="383"/>
            <ac:picMk id="30" creationId="{4F9D673B-C1DE-4CEF-03CD-EFDF729906FD}"/>
          </ac:picMkLst>
        </pc:picChg>
        <pc:picChg chg="del">
          <ac:chgData name="takehiro nakamaru" userId="80fedbc913b6d45c" providerId="LiveId" clId="{0AD33806-4FBC-448C-A02A-C3D44D58A0A1}" dt="2025-04-30T14:13:37.727" v="3474" actId="478"/>
          <ac:picMkLst>
            <pc:docMk/>
            <pc:sldMk cId="3952419529" sldId="383"/>
            <ac:picMk id="32" creationId="{A74DADC9-DC12-EC7A-591B-0EF22AB88DC1}"/>
          </ac:picMkLst>
        </pc:picChg>
      </pc:sldChg>
      <pc:sldChg chg="addSp delSp modSp add mod">
        <pc:chgData name="takehiro nakamaru" userId="80fedbc913b6d45c" providerId="LiveId" clId="{0AD33806-4FBC-448C-A02A-C3D44D58A0A1}" dt="2025-04-30T14:14:18.900" v="3488" actId="1076"/>
        <pc:sldMkLst>
          <pc:docMk/>
          <pc:sldMk cId="2581700538" sldId="384"/>
        </pc:sldMkLst>
        <pc:picChg chg="add mod">
          <ac:chgData name="takehiro nakamaru" userId="80fedbc913b6d45c" providerId="LiveId" clId="{0AD33806-4FBC-448C-A02A-C3D44D58A0A1}" dt="2025-04-30T14:14:18.900" v="3488" actId="1076"/>
          <ac:picMkLst>
            <pc:docMk/>
            <pc:sldMk cId="2581700538" sldId="384"/>
            <ac:picMk id="28" creationId="{7551F344-854B-8DAF-E662-4C72A59E02A5}"/>
          </ac:picMkLst>
        </pc:picChg>
        <pc:picChg chg="del">
          <ac:chgData name="takehiro nakamaru" userId="80fedbc913b6d45c" providerId="LiveId" clId="{0AD33806-4FBC-448C-A02A-C3D44D58A0A1}" dt="2025-04-30T14:14:00.126" v="3483" actId="478"/>
          <ac:picMkLst>
            <pc:docMk/>
            <pc:sldMk cId="2581700538" sldId="384"/>
            <ac:picMk id="30" creationId="{58225456-44DA-B6D2-5BA8-019DDAB6CA7B}"/>
          </ac:picMkLst>
        </pc:picChg>
      </pc:sldChg>
      <pc:sldChg chg="addSp delSp modSp add mod">
        <pc:chgData name="takehiro nakamaru" userId="80fedbc913b6d45c" providerId="LiveId" clId="{0AD33806-4FBC-448C-A02A-C3D44D58A0A1}" dt="2025-04-30T14:14:35.036" v="3495" actId="1076"/>
        <pc:sldMkLst>
          <pc:docMk/>
          <pc:sldMk cId="4251431814" sldId="385"/>
        </pc:sldMkLst>
        <pc:picChg chg="add mod">
          <ac:chgData name="takehiro nakamaru" userId="80fedbc913b6d45c" providerId="LiveId" clId="{0AD33806-4FBC-448C-A02A-C3D44D58A0A1}" dt="2025-04-30T14:14:35.036" v="3495" actId="1076"/>
          <ac:picMkLst>
            <pc:docMk/>
            <pc:sldMk cId="4251431814" sldId="385"/>
            <ac:picMk id="26" creationId="{568A24C7-BF88-EC84-9BD0-1A38ECFA79D1}"/>
          </ac:picMkLst>
        </pc:picChg>
        <pc:picChg chg="del">
          <ac:chgData name="takehiro nakamaru" userId="80fedbc913b6d45c" providerId="LiveId" clId="{0AD33806-4FBC-448C-A02A-C3D44D58A0A1}" dt="2025-04-30T14:14:23.549" v="3490" actId="478"/>
          <ac:picMkLst>
            <pc:docMk/>
            <pc:sldMk cId="4251431814" sldId="385"/>
            <ac:picMk id="28" creationId="{12CF50A2-CBAE-D673-CEDE-7AFEE298CC70}"/>
          </ac:picMkLst>
        </pc:picChg>
      </pc:sldChg>
      <pc:sldChg chg="addSp delSp modSp add mod">
        <pc:chgData name="takehiro nakamaru" userId="80fedbc913b6d45c" providerId="LiveId" clId="{0AD33806-4FBC-448C-A02A-C3D44D58A0A1}" dt="2025-04-30T14:14:52.621" v="3503" actId="1076"/>
        <pc:sldMkLst>
          <pc:docMk/>
          <pc:sldMk cId="993195525" sldId="386"/>
        </pc:sldMkLst>
        <pc:picChg chg="add mod">
          <ac:chgData name="takehiro nakamaru" userId="80fedbc913b6d45c" providerId="LiveId" clId="{0AD33806-4FBC-448C-A02A-C3D44D58A0A1}" dt="2025-04-30T14:14:52.621" v="3503" actId="1076"/>
          <ac:picMkLst>
            <pc:docMk/>
            <pc:sldMk cId="993195525" sldId="386"/>
            <ac:picMk id="24" creationId="{1F5FF307-80A8-1795-C630-69A04A6E9D0C}"/>
          </ac:picMkLst>
        </pc:picChg>
        <pc:picChg chg="del">
          <ac:chgData name="takehiro nakamaru" userId="80fedbc913b6d45c" providerId="LiveId" clId="{0AD33806-4FBC-448C-A02A-C3D44D58A0A1}" dt="2025-04-30T14:14:39.070" v="3497" actId="478"/>
          <ac:picMkLst>
            <pc:docMk/>
            <pc:sldMk cId="993195525" sldId="386"/>
            <ac:picMk id="26" creationId="{C8CE5C79-E599-A03C-8981-1E92D2B70E78}"/>
          </ac:picMkLst>
        </pc:picChg>
      </pc:sldChg>
      <pc:sldChg chg="addSp delSp modSp add mod">
        <pc:chgData name="takehiro nakamaru" userId="80fedbc913b6d45c" providerId="LiveId" clId="{0AD33806-4FBC-448C-A02A-C3D44D58A0A1}" dt="2025-04-30T14:15:08.118" v="3510" actId="1076"/>
        <pc:sldMkLst>
          <pc:docMk/>
          <pc:sldMk cId="2091672654" sldId="387"/>
        </pc:sldMkLst>
        <pc:picChg chg="add mod">
          <ac:chgData name="takehiro nakamaru" userId="80fedbc913b6d45c" providerId="LiveId" clId="{0AD33806-4FBC-448C-A02A-C3D44D58A0A1}" dt="2025-04-30T14:15:08.118" v="3510" actId="1076"/>
          <ac:picMkLst>
            <pc:docMk/>
            <pc:sldMk cId="2091672654" sldId="387"/>
            <ac:picMk id="22" creationId="{03848E4D-4C95-553F-513F-384067C8E05C}"/>
          </ac:picMkLst>
        </pc:picChg>
        <pc:picChg chg="del">
          <ac:chgData name="takehiro nakamaru" userId="80fedbc913b6d45c" providerId="LiveId" clId="{0AD33806-4FBC-448C-A02A-C3D44D58A0A1}" dt="2025-04-30T14:14:56.377" v="3505" actId="478"/>
          <ac:picMkLst>
            <pc:docMk/>
            <pc:sldMk cId="2091672654" sldId="387"/>
            <ac:picMk id="24" creationId="{C6A6B565-EF88-6938-8FFB-501AAE491EAF}"/>
          </ac:picMkLst>
        </pc:picChg>
      </pc:sldChg>
      <pc:sldChg chg="addSp delSp modSp add mod">
        <pc:chgData name="takehiro nakamaru" userId="80fedbc913b6d45c" providerId="LiveId" clId="{0AD33806-4FBC-448C-A02A-C3D44D58A0A1}" dt="2025-04-30T14:15:25.896" v="3517" actId="1076"/>
        <pc:sldMkLst>
          <pc:docMk/>
          <pc:sldMk cId="458070748" sldId="388"/>
        </pc:sldMkLst>
        <pc:picChg chg="add mod">
          <ac:chgData name="takehiro nakamaru" userId="80fedbc913b6d45c" providerId="LiveId" clId="{0AD33806-4FBC-448C-A02A-C3D44D58A0A1}" dt="2025-04-30T14:15:25.896" v="3517" actId="1076"/>
          <ac:picMkLst>
            <pc:docMk/>
            <pc:sldMk cId="458070748" sldId="388"/>
            <ac:picMk id="20" creationId="{54DDCE08-DB7B-24C9-D847-FCD936D97649}"/>
          </ac:picMkLst>
        </pc:picChg>
        <pc:picChg chg="del">
          <ac:chgData name="takehiro nakamaru" userId="80fedbc913b6d45c" providerId="LiveId" clId="{0AD33806-4FBC-448C-A02A-C3D44D58A0A1}" dt="2025-04-30T14:15:11.803" v="3512" actId="478"/>
          <ac:picMkLst>
            <pc:docMk/>
            <pc:sldMk cId="458070748" sldId="388"/>
            <ac:picMk id="22" creationId="{3FAEB6FA-A391-4C04-61CC-F0FFDD7C78A7}"/>
          </ac:picMkLst>
        </pc:picChg>
      </pc:sldChg>
      <pc:sldChg chg="addSp delSp modSp add mod">
        <pc:chgData name="takehiro nakamaru" userId="80fedbc913b6d45c" providerId="LiveId" clId="{0AD33806-4FBC-448C-A02A-C3D44D58A0A1}" dt="2025-04-30T14:15:45.253" v="3525" actId="1076"/>
        <pc:sldMkLst>
          <pc:docMk/>
          <pc:sldMk cId="2250480" sldId="389"/>
        </pc:sldMkLst>
        <pc:picChg chg="add mod">
          <ac:chgData name="takehiro nakamaru" userId="80fedbc913b6d45c" providerId="LiveId" clId="{0AD33806-4FBC-448C-A02A-C3D44D58A0A1}" dt="2025-04-30T14:15:45.253" v="3525" actId="1076"/>
          <ac:picMkLst>
            <pc:docMk/>
            <pc:sldMk cId="2250480" sldId="389"/>
            <ac:picMk id="18" creationId="{3DAF83DF-4F1C-BA0A-BFAB-56B0E1CBC5D6}"/>
          </ac:picMkLst>
        </pc:picChg>
        <pc:picChg chg="del">
          <ac:chgData name="takehiro nakamaru" userId="80fedbc913b6d45c" providerId="LiveId" clId="{0AD33806-4FBC-448C-A02A-C3D44D58A0A1}" dt="2025-04-30T14:15:31.769" v="3519" actId="478"/>
          <ac:picMkLst>
            <pc:docMk/>
            <pc:sldMk cId="2250480" sldId="389"/>
            <ac:picMk id="20" creationId="{CD7C0397-62FF-C6F5-4A72-5B150CB607B7}"/>
          </ac:picMkLst>
        </pc:picChg>
      </pc:sldChg>
      <pc:sldChg chg="addSp delSp modSp add mod">
        <pc:chgData name="takehiro nakamaru" userId="80fedbc913b6d45c" providerId="LiveId" clId="{0AD33806-4FBC-448C-A02A-C3D44D58A0A1}" dt="2025-04-30T14:16:08.356" v="3534" actId="14100"/>
        <pc:sldMkLst>
          <pc:docMk/>
          <pc:sldMk cId="2042707084" sldId="390"/>
        </pc:sldMkLst>
        <pc:picChg chg="add mod">
          <ac:chgData name="takehiro nakamaru" userId="80fedbc913b6d45c" providerId="LiveId" clId="{0AD33806-4FBC-448C-A02A-C3D44D58A0A1}" dt="2025-04-30T14:16:08.356" v="3534" actId="14100"/>
          <ac:picMkLst>
            <pc:docMk/>
            <pc:sldMk cId="2042707084" sldId="390"/>
            <ac:picMk id="16" creationId="{1F1ADAF2-9989-FD69-1BEA-7D921E3AB21E}"/>
          </ac:picMkLst>
        </pc:picChg>
        <pc:picChg chg="del">
          <ac:chgData name="takehiro nakamaru" userId="80fedbc913b6d45c" providerId="LiveId" clId="{0AD33806-4FBC-448C-A02A-C3D44D58A0A1}" dt="2025-04-30T14:15:48.697" v="3527" actId="478"/>
          <ac:picMkLst>
            <pc:docMk/>
            <pc:sldMk cId="2042707084" sldId="390"/>
            <ac:picMk id="18" creationId="{DEFD3E35-7A2C-1D1D-EE02-1A1CA5E724CF}"/>
          </ac:picMkLst>
        </pc:picChg>
      </pc:sldChg>
      <pc:sldChg chg="addSp delSp modSp add mod">
        <pc:chgData name="takehiro nakamaru" userId="80fedbc913b6d45c" providerId="LiveId" clId="{0AD33806-4FBC-448C-A02A-C3D44D58A0A1}" dt="2025-04-30T14:16:23.434" v="3541" actId="1076"/>
        <pc:sldMkLst>
          <pc:docMk/>
          <pc:sldMk cId="4208864123" sldId="391"/>
        </pc:sldMkLst>
        <pc:picChg chg="add mod">
          <ac:chgData name="takehiro nakamaru" userId="80fedbc913b6d45c" providerId="LiveId" clId="{0AD33806-4FBC-448C-A02A-C3D44D58A0A1}" dt="2025-04-30T14:16:23.434" v="3541" actId="1076"/>
          <ac:picMkLst>
            <pc:docMk/>
            <pc:sldMk cId="4208864123" sldId="391"/>
            <ac:picMk id="14" creationId="{9EE2CE3B-91FD-1AD2-21C0-BA24EE38FE43}"/>
          </ac:picMkLst>
        </pc:picChg>
        <pc:picChg chg="del">
          <ac:chgData name="takehiro nakamaru" userId="80fedbc913b6d45c" providerId="LiveId" clId="{0AD33806-4FBC-448C-A02A-C3D44D58A0A1}" dt="2025-04-30T14:16:12.337" v="3536" actId="478"/>
          <ac:picMkLst>
            <pc:docMk/>
            <pc:sldMk cId="4208864123" sldId="391"/>
            <ac:picMk id="16" creationId="{568BE6C8-49F2-1028-E406-52EBF9D0AF7A}"/>
          </ac:picMkLst>
        </pc:picChg>
      </pc:sldChg>
      <pc:sldChg chg="addSp delSp modSp add mod">
        <pc:chgData name="takehiro nakamaru" userId="80fedbc913b6d45c" providerId="LiveId" clId="{0AD33806-4FBC-448C-A02A-C3D44D58A0A1}" dt="2025-04-30T14:16:37.280" v="3547" actId="14100"/>
        <pc:sldMkLst>
          <pc:docMk/>
          <pc:sldMk cId="2228951085" sldId="392"/>
        </pc:sldMkLst>
        <pc:picChg chg="add mod">
          <ac:chgData name="takehiro nakamaru" userId="80fedbc913b6d45c" providerId="LiveId" clId="{0AD33806-4FBC-448C-A02A-C3D44D58A0A1}" dt="2025-04-30T14:16:37.280" v="3547" actId="14100"/>
          <ac:picMkLst>
            <pc:docMk/>
            <pc:sldMk cId="2228951085" sldId="392"/>
            <ac:picMk id="12" creationId="{98BA66AC-C726-99A7-87E2-68F2B03B6878}"/>
          </ac:picMkLst>
        </pc:picChg>
        <pc:picChg chg="del">
          <ac:chgData name="takehiro nakamaru" userId="80fedbc913b6d45c" providerId="LiveId" clId="{0AD33806-4FBC-448C-A02A-C3D44D58A0A1}" dt="2025-04-30T14:16:27.967" v="3543" actId="478"/>
          <ac:picMkLst>
            <pc:docMk/>
            <pc:sldMk cId="2228951085" sldId="392"/>
            <ac:picMk id="14" creationId="{766E0109-2968-9615-86AC-F74D1709D35D}"/>
          </ac:picMkLst>
        </pc:picChg>
      </pc:sldChg>
      <pc:sldChg chg="addSp delSp modSp add mod">
        <pc:chgData name="takehiro nakamaru" userId="80fedbc913b6d45c" providerId="LiveId" clId="{0AD33806-4FBC-448C-A02A-C3D44D58A0A1}" dt="2025-04-30T14:16:51.536" v="3553" actId="14100"/>
        <pc:sldMkLst>
          <pc:docMk/>
          <pc:sldMk cId="1850836607" sldId="393"/>
        </pc:sldMkLst>
        <pc:picChg chg="add mod">
          <ac:chgData name="takehiro nakamaru" userId="80fedbc913b6d45c" providerId="LiveId" clId="{0AD33806-4FBC-448C-A02A-C3D44D58A0A1}" dt="2025-04-30T14:16:51.536" v="3553" actId="14100"/>
          <ac:picMkLst>
            <pc:docMk/>
            <pc:sldMk cId="1850836607" sldId="393"/>
            <ac:picMk id="10" creationId="{6EDB8AE6-27BE-5114-FB33-DDA3890DEEA8}"/>
          </ac:picMkLst>
        </pc:picChg>
        <pc:picChg chg="del">
          <ac:chgData name="takehiro nakamaru" userId="80fedbc913b6d45c" providerId="LiveId" clId="{0AD33806-4FBC-448C-A02A-C3D44D58A0A1}" dt="2025-04-30T14:16:42.703" v="3549" actId="478"/>
          <ac:picMkLst>
            <pc:docMk/>
            <pc:sldMk cId="1850836607" sldId="393"/>
            <ac:picMk id="12" creationId="{48C982C3-2939-0366-17B2-B79B3C6AB24C}"/>
          </ac:picMkLst>
        </pc:picChg>
      </pc:sldChg>
      <pc:sldChg chg="addSp delSp modSp add mod">
        <pc:chgData name="takehiro nakamaru" userId="80fedbc913b6d45c" providerId="LiveId" clId="{0AD33806-4FBC-448C-A02A-C3D44D58A0A1}" dt="2025-04-30T14:17:08.367" v="3560" actId="1076"/>
        <pc:sldMkLst>
          <pc:docMk/>
          <pc:sldMk cId="3641054212" sldId="394"/>
        </pc:sldMkLst>
        <pc:picChg chg="add mod">
          <ac:chgData name="takehiro nakamaru" userId="80fedbc913b6d45c" providerId="LiveId" clId="{0AD33806-4FBC-448C-A02A-C3D44D58A0A1}" dt="2025-04-30T14:17:08.367" v="3560" actId="1076"/>
          <ac:picMkLst>
            <pc:docMk/>
            <pc:sldMk cId="3641054212" sldId="394"/>
            <ac:picMk id="8" creationId="{CD9674AA-0636-B351-6BDE-FD517B1884BF}"/>
          </ac:picMkLst>
        </pc:picChg>
        <pc:picChg chg="del">
          <ac:chgData name="takehiro nakamaru" userId="80fedbc913b6d45c" providerId="LiveId" clId="{0AD33806-4FBC-448C-A02A-C3D44D58A0A1}" dt="2025-04-30T14:16:56.035" v="3555" actId="478"/>
          <ac:picMkLst>
            <pc:docMk/>
            <pc:sldMk cId="3641054212" sldId="394"/>
            <ac:picMk id="10" creationId="{F411B777-5765-3349-54D6-E1820878EA39}"/>
          </ac:picMkLst>
        </pc:picChg>
      </pc:sldChg>
      <pc:sldChg chg="addSp delSp modSp add mod">
        <pc:chgData name="takehiro nakamaru" userId="80fedbc913b6d45c" providerId="LiveId" clId="{0AD33806-4FBC-448C-A02A-C3D44D58A0A1}" dt="2025-04-30T14:17:21.912" v="3567" actId="1076"/>
        <pc:sldMkLst>
          <pc:docMk/>
          <pc:sldMk cId="959786271" sldId="395"/>
        </pc:sldMkLst>
        <pc:picChg chg="add mod">
          <ac:chgData name="takehiro nakamaru" userId="80fedbc913b6d45c" providerId="LiveId" clId="{0AD33806-4FBC-448C-A02A-C3D44D58A0A1}" dt="2025-04-30T14:17:21.912" v="3567" actId="1076"/>
          <ac:picMkLst>
            <pc:docMk/>
            <pc:sldMk cId="959786271" sldId="395"/>
            <ac:picMk id="6" creationId="{8C340F51-C768-F8B1-ED01-D2BF2D851706}"/>
          </ac:picMkLst>
        </pc:picChg>
        <pc:picChg chg="del">
          <ac:chgData name="takehiro nakamaru" userId="80fedbc913b6d45c" providerId="LiveId" clId="{0AD33806-4FBC-448C-A02A-C3D44D58A0A1}" dt="2025-04-30T14:17:12.662" v="3562" actId="478"/>
          <ac:picMkLst>
            <pc:docMk/>
            <pc:sldMk cId="959786271" sldId="395"/>
            <ac:picMk id="8" creationId="{7DE55043-A556-C3E8-BF72-20DAF5716F8F}"/>
          </ac:picMkLst>
        </pc:picChg>
      </pc:sldChg>
      <pc:sldChg chg="addSp delSp modSp new mod">
        <pc:chgData name="takehiro nakamaru" userId="80fedbc913b6d45c" providerId="LiveId" clId="{0AD33806-4FBC-448C-A02A-C3D44D58A0A1}" dt="2025-04-30T14:36:43.289" v="3595" actId="1076"/>
        <pc:sldMkLst>
          <pc:docMk/>
          <pc:sldMk cId="31528895" sldId="396"/>
        </pc:sldMkLst>
        <pc:spChg chg="del">
          <ac:chgData name="takehiro nakamaru" userId="80fedbc913b6d45c" providerId="LiveId" clId="{0AD33806-4FBC-448C-A02A-C3D44D58A0A1}" dt="2025-04-30T14:36:06.873" v="3582" actId="478"/>
          <ac:spMkLst>
            <pc:docMk/>
            <pc:sldMk cId="31528895" sldId="396"/>
            <ac:spMk id="2" creationId="{4973A541-6856-4D48-2D0C-6D078AF1CDED}"/>
          </ac:spMkLst>
        </pc:spChg>
        <pc:spChg chg="del">
          <ac:chgData name="takehiro nakamaru" userId="80fedbc913b6d45c" providerId="LiveId" clId="{0AD33806-4FBC-448C-A02A-C3D44D58A0A1}" dt="2025-04-30T14:35:39.840" v="3574" actId="931"/>
          <ac:spMkLst>
            <pc:docMk/>
            <pc:sldMk cId="31528895" sldId="396"/>
            <ac:spMk id="3" creationId="{5C29691A-3BF3-D444-7FBC-168AB18187ED}"/>
          </ac:spMkLst>
        </pc:spChg>
        <pc:spChg chg="del">
          <ac:chgData name="takehiro nakamaru" userId="80fedbc913b6d45c" providerId="LiveId" clId="{0AD33806-4FBC-448C-A02A-C3D44D58A0A1}" dt="2025-04-30T14:35:39.840" v="3574" actId="931"/>
          <ac:spMkLst>
            <pc:docMk/>
            <pc:sldMk cId="31528895" sldId="396"/>
            <ac:spMk id="4" creationId="{2A946D7A-AD2D-4F76-4DBB-8C47C8F8264F}"/>
          </ac:spMkLst>
        </pc:spChg>
        <pc:spChg chg="add mod">
          <ac:chgData name="takehiro nakamaru" userId="80fedbc913b6d45c" providerId="LiveId" clId="{0AD33806-4FBC-448C-A02A-C3D44D58A0A1}" dt="2025-04-30T14:36:03.431" v="3581"/>
          <ac:spMkLst>
            <pc:docMk/>
            <pc:sldMk cId="31528895" sldId="396"/>
            <ac:spMk id="11" creationId="{390D910B-8659-B3E3-2C75-3825C636F2A7}"/>
          </ac:spMkLst>
        </pc:spChg>
        <pc:spChg chg="add del mod">
          <ac:chgData name="takehiro nakamaru" userId="80fedbc913b6d45c" providerId="LiveId" clId="{0AD33806-4FBC-448C-A02A-C3D44D58A0A1}" dt="2025-04-30T14:36:32.763" v="3591" actId="478"/>
          <ac:spMkLst>
            <pc:docMk/>
            <pc:sldMk cId="31528895" sldId="396"/>
            <ac:spMk id="13" creationId="{5B075C2B-BCBD-5386-455F-494A134C3E73}"/>
          </ac:spMkLst>
        </pc:spChg>
        <pc:picChg chg="add del mod">
          <ac:chgData name="takehiro nakamaru" userId="80fedbc913b6d45c" providerId="LiveId" clId="{0AD33806-4FBC-448C-A02A-C3D44D58A0A1}" dt="2025-04-30T14:36:30.585" v="3590" actId="478"/>
          <ac:picMkLst>
            <pc:docMk/>
            <pc:sldMk cId="31528895" sldId="396"/>
            <ac:picMk id="6" creationId="{699F5350-31F0-CAAB-12A2-BB724463EB36}"/>
          </ac:picMkLst>
        </pc:picChg>
        <pc:picChg chg="add mod">
          <ac:chgData name="takehiro nakamaru" userId="80fedbc913b6d45c" providerId="LiveId" clId="{0AD33806-4FBC-448C-A02A-C3D44D58A0A1}" dt="2025-04-30T14:36:43.289" v="3595" actId="1076"/>
          <ac:picMkLst>
            <pc:docMk/>
            <pc:sldMk cId="31528895" sldId="396"/>
            <ac:picMk id="8" creationId="{91B37DBC-9AAC-760E-0FD4-EFA864CDBF67}"/>
          </ac:picMkLst>
        </pc:picChg>
        <pc:picChg chg="add del mod">
          <ac:chgData name="takehiro nakamaru" userId="80fedbc913b6d45c" providerId="LiveId" clId="{0AD33806-4FBC-448C-A02A-C3D44D58A0A1}" dt="2025-04-30T14:35:49.619" v="3577" actId="21"/>
          <ac:picMkLst>
            <pc:docMk/>
            <pc:sldMk cId="31528895" sldId="396"/>
            <ac:picMk id="10" creationId="{92A654FB-57AF-619D-8F2E-92C359466CD4}"/>
          </ac:picMkLst>
        </pc:picChg>
      </pc:sldChg>
      <pc:sldChg chg="addSp delSp modSp add mod">
        <pc:chgData name="takehiro nakamaru" userId="80fedbc913b6d45c" providerId="LiveId" clId="{0AD33806-4FBC-448C-A02A-C3D44D58A0A1}" dt="2025-04-30T14:35:51.962" v="3578"/>
        <pc:sldMkLst>
          <pc:docMk/>
          <pc:sldMk cId="2209477046" sldId="397"/>
        </pc:sldMkLst>
        <pc:picChg chg="del">
          <ac:chgData name="takehiro nakamaru" userId="80fedbc913b6d45c" providerId="LiveId" clId="{0AD33806-4FBC-448C-A02A-C3D44D58A0A1}" dt="2025-04-30T14:35:46.508" v="3576" actId="478"/>
          <ac:picMkLst>
            <pc:docMk/>
            <pc:sldMk cId="2209477046" sldId="397"/>
            <ac:picMk id="4" creationId="{9E2EF5B4-7106-167F-1602-1AF921450346}"/>
          </ac:picMkLst>
        </pc:picChg>
        <pc:picChg chg="add mod">
          <ac:chgData name="takehiro nakamaru" userId="80fedbc913b6d45c" providerId="LiveId" clId="{0AD33806-4FBC-448C-A02A-C3D44D58A0A1}" dt="2025-04-30T14:35:51.962" v="3578"/>
          <ac:picMkLst>
            <pc:docMk/>
            <pc:sldMk cId="2209477046" sldId="397"/>
            <ac:picMk id="10" creationId="{92A654FB-57AF-619D-8F2E-92C359466CD4}"/>
          </ac:picMkLst>
        </pc:picChg>
      </pc:sldChg>
      <pc:sldChg chg="addSp delSp modSp add mod ord">
        <pc:chgData name="takehiro nakamaru" userId="80fedbc913b6d45c" providerId="LiveId" clId="{0AD33806-4FBC-448C-A02A-C3D44D58A0A1}" dt="2025-04-30T14:36:27.214" v="3589"/>
        <pc:sldMkLst>
          <pc:docMk/>
          <pc:sldMk cId="3011121736" sldId="398"/>
        </pc:sldMkLst>
        <pc:spChg chg="add del mod">
          <ac:chgData name="takehiro nakamaru" userId="80fedbc913b6d45c" providerId="LiveId" clId="{0AD33806-4FBC-448C-A02A-C3D44D58A0A1}" dt="2025-04-30T14:36:18.937" v="3585" actId="478"/>
          <ac:spMkLst>
            <pc:docMk/>
            <pc:sldMk cId="3011121736" sldId="398"/>
            <ac:spMk id="3" creationId="{EEF74D0F-F522-8E37-76B3-6ADBA246F552}"/>
          </ac:spMkLst>
        </pc:spChg>
        <pc:picChg chg="mod">
          <ac:chgData name="takehiro nakamaru" userId="80fedbc913b6d45c" providerId="LiveId" clId="{0AD33806-4FBC-448C-A02A-C3D44D58A0A1}" dt="2025-04-30T14:36:24.684" v="3587" actId="1076"/>
          <ac:picMkLst>
            <pc:docMk/>
            <pc:sldMk cId="3011121736" sldId="398"/>
            <ac:picMk id="6" creationId="{AF94B7C4-2657-92B9-2AA7-F330791E52DE}"/>
          </ac:picMkLst>
        </pc:picChg>
        <pc:picChg chg="del">
          <ac:chgData name="takehiro nakamaru" userId="80fedbc913b6d45c" providerId="LiveId" clId="{0AD33806-4FBC-448C-A02A-C3D44D58A0A1}" dt="2025-04-30T14:36:16.085" v="3584" actId="478"/>
          <ac:picMkLst>
            <pc:docMk/>
            <pc:sldMk cId="3011121736" sldId="398"/>
            <ac:picMk id="8" creationId="{F2EF33BE-EEBA-BC4C-AFAA-6D705A7FD0F2}"/>
          </ac:picMkLst>
        </pc:picChg>
      </pc:sldChg>
      <pc:sldMasterChg chg="modSp modSldLayout">
        <pc:chgData name="takehiro nakamaru" userId="80fedbc913b6d45c" providerId="LiveId" clId="{0AD33806-4FBC-448C-A02A-C3D44D58A0A1}" dt="2025-04-08T02:44:30.674" v="2194"/>
        <pc:sldMasterMkLst>
          <pc:docMk/>
          <pc:sldMasterMk cId="0" sldId="2147483648"/>
        </pc:sldMasterMkLst>
        <pc:spChg chg="mod">
          <ac:chgData name="takehiro nakamaru" userId="80fedbc913b6d45c" providerId="LiveId" clId="{0AD33806-4FBC-448C-A02A-C3D44D58A0A1}" dt="2025-04-08T02:44:30.674" v="2194"/>
          <ac:spMkLst>
            <pc:docMk/>
            <pc:sldMasterMk cId="0" sldId="2147483648"/>
            <ac:spMk id="6" creationId="{00000000-0000-0000-0000-000000000000}"/>
          </ac:spMkLst>
        </pc:spChg>
        <pc:spChg chg="mod">
          <ac:chgData name="takehiro nakamaru" userId="80fedbc913b6d45c" providerId="LiveId" clId="{0AD33806-4FBC-448C-A02A-C3D44D58A0A1}" dt="2025-04-08T02:44:30.674" v="2194"/>
          <ac:spMkLst>
            <pc:docMk/>
            <pc:sldMasterMk cId="0" sldId="2147483648"/>
            <ac:spMk id="8" creationId="{2450DBAC-CD89-1705-094F-EC47E109A01E}"/>
          </ac:spMkLst>
        </pc:spChg>
        <pc:sldLayoutChg chg="modSp">
          <pc:chgData name="takehiro nakamaru" userId="80fedbc913b6d45c" providerId="LiveId" clId="{0AD33806-4FBC-448C-A02A-C3D44D58A0A1}" dt="2025-04-08T02:44:30.674" v="2194"/>
          <pc:sldLayoutMkLst>
            <pc:docMk/>
            <pc:sldMasterMk cId="0" sldId="2147483648"/>
            <pc:sldLayoutMk cId="0" sldId="2147483661"/>
          </pc:sldLayoutMkLst>
          <pc:spChg chg="mod">
            <ac:chgData name="takehiro nakamaru" userId="80fedbc913b6d45c" providerId="LiveId" clId="{0AD33806-4FBC-448C-A02A-C3D44D58A0A1}" dt="2025-04-08T02:44:30.674" v="2194"/>
            <ac:spMkLst>
              <pc:docMk/>
              <pc:sldMasterMk cId="0" sldId="2147483648"/>
              <pc:sldLayoutMk cId="0" sldId="2147483661"/>
              <ac:spMk id="4" creationId="{00000000-0000-0000-0000-000000000000}"/>
            </ac:spMkLst>
          </pc:spChg>
          <pc:spChg chg="mod">
            <ac:chgData name="takehiro nakamaru" userId="80fedbc913b6d45c" providerId="LiveId" clId="{0AD33806-4FBC-448C-A02A-C3D44D58A0A1}" dt="2025-04-08T02:44:30.674" v="2194"/>
            <ac:spMkLst>
              <pc:docMk/>
              <pc:sldMasterMk cId="0" sldId="2147483648"/>
              <pc:sldLayoutMk cId="0" sldId="2147483661"/>
              <ac:spMk id="6" creationId="{00000000-0000-0000-0000-000000000000}"/>
            </ac:spMkLst>
          </pc:spChg>
        </pc:sldLayoutChg>
        <pc:sldLayoutChg chg="modSp">
          <pc:chgData name="takehiro nakamaru" userId="80fedbc913b6d45c" providerId="LiveId" clId="{0AD33806-4FBC-448C-A02A-C3D44D58A0A1}" dt="2025-04-08T02:44:30.674" v="2194"/>
          <pc:sldLayoutMkLst>
            <pc:docMk/>
            <pc:sldMasterMk cId="0" sldId="2147483648"/>
            <pc:sldLayoutMk cId="0" sldId="2147483662"/>
          </pc:sldLayoutMkLst>
          <pc:spChg chg="mod">
            <ac:chgData name="takehiro nakamaru" userId="80fedbc913b6d45c" providerId="LiveId" clId="{0AD33806-4FBC-448C-A02A-C3D44D58A0A1}" dt="2025-04-08T02:44:30.674" v="2194"/>
            <ac:spMkLst>
              <pc:docMk/>
              <pc:sldMasterMk cId="0" sldId="2147483648"/>
              <pc:sldLayoutMk cId="0" sldId="2147483662"/>
              <ac:spMk id="6" creationId="{00000000-0000-0000-0000-000000000000}"/>
            </ac:spMkLst>
          </pc:spChg>
        </pc:sldLayoutChg>
        <pc:sldLayoutChg chg="modSp">
          <pc:chgData name="takehiro nakamaru" userId="80fedbc913b6d45c" providerId="LiveId" clId="{0AD33806-4FBC-448C-A02A-C3D44D58A0A1}" dt="2025-04-08T02:44:30.674" v="2194"/>
          <pc:sldLayoutMkLst>
            <pc:docMk/>
            <pc:sldMasterMk cId="0" sldId="2147483648"/>
            <pc:sldLayoutMk cId="0" sldId="2147483663"/>
          </pc:sldLayoutMkLst>
          <pc:spChg chg="mod">
            <ac:chgData name="takehiro nakamaru" userId="80fedbc913b6d45c" providerId="LiveId" clId="{0AD33806-4FBC-448C-A02A-C3D44D58A0A1}" dt="2025-04-08T02:44:30.674" v="2194"/>
            <ac:spMkLst>
              <pc:docMk/>
              <pc:sldMasterMk cId="0" sldId="2147483648"/>
              <pc:sldLayoutMk cId="0" sldId="2147483663"/>
              <ac:spMk id="5" creationId="{00000000-0000-0000-0000-000000000000}"/>
            </ac:spMkLst>
          </pc:spChg>
          <pc:spChg chg="mod">
            <ac:chgData name="takehiro nakamaru" userId="80fedbc913b6d45c" providerId="LiveId" clId="{0AD33806-4FBC-448C-A02A-C3D44D58A0A1}" dt="2025-04-08T02:44:30.674" v="2194"/>
            <ac:spMkLst>
              <pc:docMk/>
              <pc:sldMasterMk cId="0" sldId="2147483648"/>
              <pc:sldLayoutMk cId="0" sldId="2147483663"/>
              <ac:spMk id="7" creationId="{00000000-0000-0000-0000-000000000000}"/>
            </ac:spMkLst>
          </pc:spChg>
        </pc:sldLayoutChg>
        <pc:sldLayoutChg chg="modSp">
          <pc:chgData name="takehiro nakamaru" userId="80fedbc913b6d45c" providerId="LiveId" clId="{0AD33806-4FBC-448C-A02A-C3D44D58A0A1}" dt="2025-04-08T02:44:30.674" v="2194"/>
          <pc:sldLayoutMkLst>
            <pc:docMk/>
            <pc:sldMasterMk cId="0" sldId="2147483648"/>
            <pc:sldLayoutMk cId="0" sldId="2147483664"/>
          </pc:sldLayoutMkLst>
          <pc:spChg chg="mod">
            <ac:chgData name="takehiro nakamaru" userId="80fedbc913b6d45c" providerId="LiveId" clId="{0AD33806-4FBC-448C-A02A-C3D44D58A0A1}" dt="2025-04-08T02:44:30.674" v="2194"/>
            <ac:spMkLst>
              <pc:docMk/>
              <pc:sldMasterMk cId="0" sldId="2147483648"/>
              <pc:sldLayoutMk cId="0" sldId="2147483664"/>
              <ac:spMk id="3" creationId="{00000000-0000-0000-0000-000000000000}"/>
            </ac:spMkLst>
          </pc:spChg>
          <pc:spChg chg="mod">
            <ac:chgData name="takehiro nakamaru" userId="80fedbc913b6d45c" providerId="LiveId" clId="{0AD33806-4FBC-448C-A02A-C3D44D58A0A1}" dt="2025-04-08T02:44:30.674" v="2194"/>
            <ac:spMkLst>
              <pc:docMk/>
              <pc:sldMasterMk cId="0" sldId="2147483648"/>
              <pc:sldLayoutMk cId="0" sldId="2147483664"/>
              <ac:spMk id="5" creationId="{00000000-0000-0000-0000-000000000000}"/>
            </ac:spMkLst>
          </pc:spChg>
        </pc:sldLayoutChg>
        <pc:sldLayoutChg chg="modSp">
          <pc:chgData name="takehiro nakamaru" userId="80fedbc913b6d45c" providerId="LiveId" clId="{0AD33806-4FBC-448C-A02A-C3D44D58A0A1}" dt="2025-04-08T02:44:30.674" v="2194"/>
          <pc:sldLayoutMkLst>
            <pc:docMk/>
            <pc:sldMasterMk cId="0" sldId="2147483648"/>
            <pc:sldLayoutMk cId="0" sldId="2147483665"/>
          </pc:sldLayoutMkLst>
          <pc:spChg chg="mod">
            <ac:chgData name="takehiro nakamaru" userId="80fedbc913b6d45c" providerId="LiveId" clId="{0AD33806-4FBC-448C-A02A-C3D44D58A0A1}" dt="2025-04-08T02:44:30.674" v="2194"/>
            <ac:spMkLst>
              <pc:docMk/>
              <pc:sldMasterMk cId="0" sldId="2147483648"/>
              <pc:sldLayoutMk cId="0" sldId="2147483665"/>
              <ac:spMk id="2" creationId="{00000000-0000-0000-0000-000000000000}"/>
            </ac:spMkLst>
          </pc:spChg>
          <pc:spChg chg="mod">
            <ac:chgData name="takehiro nakamaru" userId="80fedbc913b6d45c" providerId="LiveId" clId="{0AD33806-4FBC-448C-A02A-C3D44D58A0A1}" dt="2025-04-08T02:44:30.674" v="2194"/>
            <ac:spMkLst>
              <pc:docMk/>
              <pc:sldMasterMk cId="0" sldId="2147483648"/>
              <pc:sldLayoutMk cId="0" sldId="2147483665"/>
              <ac:spMk id="4" creationId="{00000000-0000-0000-0000-000000000000}"/>
            </ac:spMkLst>
          </pc:spChg>
        </pc:sldLayoutChg>
      </pc:sldMasterChg>
      <pc:sldMasterChg chg="modSp modSldLayout">
        <pc:chgData name="takehiro nakamaru" userId="80fedbc913b6d45c" providerId="LiveId" clId="{0AD33806-4FBC-448C-A02A-C3D44D58A0A1}" dt="2025-04-08T02:44:30.674" v="2194"/>
        <pc:sldMasterMkLst>
          <pc:docMk/>
          <pc:sldMasterMk cId="1753771630" sldId="2147483667"/>
        </pc:sldMasterMkLst>
        <pc:spChg chg="mod">
          <ac:chgData name="takehiro nakamaru" userId="80fedbc913b6d45c" providerId="LiveId" clId="{0AD33806-4FBC-448C-A02A-C3D44D58A0A1}" dt="2025-04-08T02:44:30.674" v="2194"/>
          <ac:spMkLst>
            <pc:docMk/>
            <pc:sldMasterMk cId="1753771630" sldId="2147483667"/>
            <ac:spMk id="6" creationId="{00000000-0000-0000-0000-000000000000}"/>
          </ac:spMkLst>
        </pc:spChg>
        <pc:sldLayoutChg chg="modSp">
          <pc:chgData name="takehiro nakamaru" userId="80fedbc913b6d45c" providerId="LiveId" clId="{0AD33806-4FBC-448C-A02A-C3D44D58A0A1}" dt="2025-04-08T02:44:30.674" v="2194"/>
          <pc:sldLayoutMkLst>
            <pc:docMk/>
            <pc:sldMasterMk cId="1753771630" sldId="2147483667"/>
            <pc:sldLayoutMk cId="3859854832" sldId="2147483668"/>
          </pc:sldLayoutMkLst>
          <pc:spChg chg="mod">
            <ac:chgData name="takehiro nakamaru" userId="80fedbc913b6d45c" providerId="LiveId" clId="{0AD33806-4FBC-448C-A02A-C3D44D58A0A1}" dt="2025-04-08T02:44:30.674" v="2194"/>
            <ac:spMkLst>
              <pc:docMk/>
              <pc:sldMasterMk cId="1753771630" sldId="2147483667"/>
              <pc:sldLayoutMk cId="3859854832" sldId="2147483668"/>
              <ac:spMk id="6" creationId="{00000000-0000-0000-0000-000000000000}"/>
            </ac:spMkLst>
          </pc:spChg>
        </pc:sldLayoutChg>
        <pc:sldLayoutChg chg="modSp">
          <pc:chgData name="takehiro nakamaru" userId="80fedbc913b6d45c" providerId="LiveId" clId="{0AD33806-4FBC-448C-A02A-C3D44D58A0A1}" dt="2025-04-08T02:44:30.674" v="2194"/>
          <pc:sldLayoutMkLst>
            <pc:docMk/>
            <pc:sldMasterMk cId="1753771630" sldId="2147483667"/>
            <pc:sldLayoutMk cId="258387217" sldId="2147483669"/>
          </pc:sldLayoutMkLst>
          <pc:spChg chg="mod">
            <ac:chgData name="takehiro nakamaru" userId="80fedbc913b6d45c" providerId="LiveId" clId="{0AD33806-4FBC-448C-A02A-C3D44D58A0A1}" dt="2025-04-08T02:44:30.674" v="2194"/>
            <ac:spMkLst>
              <pc:docMk/>
              <pc:sldMasterMk cId="1753771630" sldId="2147483667"/>
              <pc:sldLayoutMk cId="258387217" sldId="2147483669"/>
              <ac:spMk id="5" creationId="{00000000-0000-0000-0000-000000000000}"/>
            </ac:spMkLst>
          </pc:spChg>
          <pc:spChg chg="mod">
            <ac:chgData name="takehiro nakamaru" userId="80fedbc913b6d45c" providerId="LiveId" clId="{0AD33806-4FBC-448C-A02A-C3D44D58A0A1}" dt="2025-04-08T02:44:30.674" v="2194"/>
            <ac:spMkLst>
              <pc:docMk/>
              <pc:sldMasterMk cId="1753771630" sldId="2147483667"/>
              <pc:sldLayoutMk cId="258387217" sldId="2147483669"/>
              <ac:spMk id="7" creationId="{00000000-0000-0000-0000-000000000000}"/>
            </ac:spMkLst>
          </pc:spChg>
        </pc:sldLayoutChg>
        <pc:sldLayoutChg chg="modSp">
          <pc:chgData name="takehiro nakamaru" userId="80fedbc913b6d45c" providerId="LiveId" clId="{0AD33806-4FBC-448C-A02A-C3D44D58A0A1}" dt="2025-04-08T02:44:30.674" v="2194"/>
          <pc:sldLayoutMkLst>
            <pc:docMk/>
            <pc:sldMasterMk cId="1753771630" sldId="2147483667"/>
            <pc:sldLayoutMk cId="2940766670" sldId="2147483670"/>
          </pc:sldLayoutMkLst>
          <pc:spChg chg="mod">
            <ac:chgData name="takehiro nakamaru" userId="80fedbc913b6d45c" providerId="LiveId" clId="{0AD33806-4FBC-448C-A02A-C3D44D58A0A1}" dt="2025-04-08T02:44:30.674" v="2194"/>
            <ac:spMkLst>
              <pc:docMk/>
              <pc:sldMasterMk cId="1753771630" sldId="2147483667"/>
              <pc:sldLayoutMk cId="2940766670" sldId="2147483670"/>
              <ac:spMk id="2" creationId="{00000000-0000-0000-0000-000000000000}"/>
            </ac:spMkLst>
          </pc:spChg>
          <pc:spChg chg="mod">
            <ac:chgData name="takehiro nakamaru" userId="80fedbc913b6d45c" providerId="LiveId" clId="{0AD33806-4FBC-448C-A02A-C3D44D58A0A1}" dt="2025-04-08T02:44:30.674" v="2194"/>
            <ac:spMkLst>
              <pc:docMk/>
              <pc:sldMasterMk cId="1753771630" sldId="2147483667"/>
              <pc:sldLayoutMk cId="2940766670" sldId="2147483670"/>
              <ac:spMk id="4" creationId="{00000000-0000-0000-0000-000000000000}"/>
            </ac:spMkLst>
          </pc:spChg>
        </pc:sldLayoutChg>
      </pc:sldMasterChg>
    </pc:docChg>
  </pc:docChgLst>
  <pc:docChgLst>
    <pc:chgData name="takehiro nakamaru" userId="80fedbc913b6d45c" providerId="LiveId" clId="{8733BE5A-3DC8-4F0E-93B1-3B04349DFD87}"/>
    <pc:docChg chg="undo custSel addSld delSld modSld">
      <pc:chgData name="takehiro nakamaru" userId="80fedbc913b6d45c" providerId="LiveId" clId="{8733BE5A-3DC8-4F0E-93B1-3B04349DFD87}" dt="2025-02-23T06:33:25.262" v="2968" actId="20577"/>
      <pc:docMkLst>
        <pc:docMk/>
      </pc:docMkLst>
      <pc:sldChg chg="del">
        <pc:chgData name="takehiro nakamaru" userId="80fedbc913b6d45c" providerId="LiveId" clId="{8733BE5A-3DC8-4F0E-93B1-3B04349DFD87}" dt="2025-02-23T06:15:40.699" v="2557" actId="47"/>
        <pc:sldMkLst>
          <pc:docMk/>
          <pc:sldMk cId="2898786270" sldId="305"/>
        </pc:sldMkLst>
      </pc:sldChg>
      <pc:sldChg chg="modSp mod">
        <pc:chgData name="takehiro nakamaru" userId="80fedbc913b6d45c" providerId="LiveId" clId="{8733BE5A-3DC8-4F0E-93B1-3B04349DFD87}" dt="2025-02-23T06:33:15.929" v="2938" actId="20577"/>
        <pc:sldMkLst>
          <pc:docMk/>
          <pc:sldMk cId="4037033722" sldId="323"/>
        </pc:sldMkLst>
        <pc:spChg chg="mod">
          <ac:chgData name="takehiro nakamaru" userId="80fedbc913b6d45c" providerId="LiveId" clId="{8733BE5A-3DC8-4F0E-93B1-3B04349DFD87}" dt="2025-02-23T06:32:12.314" v="2808" actId="20577"/>
          <ac:spMkLst>
            <pc:docMk/>
            <pc:sldMk cId="4037033722" sldId="323"/>
            <ac:spMk id="4" creationId="{A8162519-F2AE-BA12-0991-5BB5659DF9D8}"/>
          </ac:spMkLst>
        </pc:spChg>
        <pc:spChg chg="mod">
          <ac:chgData name="takehiro nakamaru" userId="80fedbc913b6d45c" providerId="LiveId" clId="{8733BE5A-3DC8-4F0E-93B1-3B04349DFD87}" dt="2025-02-23T05:50:50.762" v="1398" actId="20577"/>
          <ac:spMkLst>
            <pc:docMk/>
            <pc:sldMk cId="4037033722" sldId="323"/>
            <ac:spMk id="13" creationId="{C65675A1-1B52-D9E6-845E-6343212468A4}"/>
          </ac:spMkLst>
        </pc:spChg>
        <pc:spChg chg="mod">
          <ac:chgData name="takehiro nakamaru" userId="80fedbc913b6d45c" providerId="LiveId" clId="{8733BE5A-3DC8-4F0E-93B1-3B04349DFD87}" dt="2025-02-23T06:32:55.837" v="2898" actId="20577"/>
          <ac:spMkLst>
            <pc:docMk/>
            <pc:sldMk cId="4037033722" sldId="323"/>
            <ac:spMk id="14" creationId="{7CC0BAD7-0CA5-FB07-72D1-6E09F925194D}"/>
          </ac:spMkLst>
        </pc:spChg>
        <pc:spChg chg="mod">
          <ac:chgData name="takehiro nakamaru" userId="80fedbc913b6d45c" providerId="LiveId" clId="{8733BE5A-3DC8-4F0E-93B1-3B04349DFD87}" dt="2025-02-23T06:33:15.929" v="2938" actId="20577"/>
          <ac:spMkLst>
            <pc:docMk/>
            <pc:sldMk cId="4037033722" sldId="323"/>
            <ac:spMk id="17" creationId="{5F66F2CC-27DD-F7E4-44D4-052870F8D384}"/>
          </ac:spMkLst>
        </pc:spChg>
        <pc:spChg chg="mod">
          <ac:chgData name="takehiro nakamaru" userId="80fedbc913b6d45c" providerId="LiveId" clId="{8733BE5A-3DC8-4F0E-93B1-3B04349DFD87}" dt="2025-02-23T05:45:07.245" v="45" actId="20577"/>
          <ac:spMkLst>
            <pc:docMk/>
            <pc:sldMk cId="4037033722" sldId="323"/>
            <ac:spMk id="19" creationId="{14B87659-17CF-F6D5-5502-4BB0434CBE47}"/>
          </ac:spMkLst>
        </pc:spChg>
      </pc:sldChg>
      <pc:sldChg chg="modSp mod">
        <pc:chgData name="takehiro nakamaru" userId="80fedbc913b6d45c" providerId="LiveId" clId="{8733BE5A-3DC8-4F0E-93B1-3B04349DFD87}" dt="2025-02-23T05:44:57.355" v="16" actId="20577"/>
        <pc:sldMkLst>
          <pc:docMk/>
          <pc:sldMk cId="2664916297" sldId="327"/>
        </pc:sldMkLst>
        <pc:spChg chg="mod">
          <ac:chgData name="takehiro nakamaru" userId="80fedbc913b6d45c" providerId="LiveId" clId="{8733BE5A-3DC8-4F0E-93B1-3B04349DFD87}" dt="2025-02-23T05:44:57.355" v="16" actId="20577"/>
          <ac:spMkLst>
            <pc:docMk/>
            <pc:sldMk cId="2664916297" sldId="327"/>
            <ac:spMk id="33" creationId="{838A90E2-8958-10B9-3A6E-C5FEF32682E4}"/>
          </ac:spMkLst>
        </pc:spChg>
      </pc:sldChg>
      <pc:sldChg chg="addSp delSp modSp add mod modShow">
        <pc:chgData name="takehiro nakamaru" userId="80fedbc913b6d45c" providerId="LiveId" clId="{8733BE5A-3DC8-4F0E-93B1-3B04349DFD87}" dt="2025-02-23T06:33:09.159" v="2926" actId="20577"/>
        <pc:sldMkLst>
          <pc:docMk/>
          <pc:sldMk cId="289939330" sldId="328"/>
        </pc:sldMkLst>
      </pc:sldChg>
      <pc:sldChg chg="add del">
        <pc:chgData name="takehiro nakamaru" userId="80fedbc913b6d45c" providerId="LiveId" clId="{8733BE5A-3DC8-4F0E-93B1-3B04349DFD87}" dt="2025-02-23T05:51:05.049" v="1438" actId="47"/>
        <pc:sldMkLst>
          <pc:docMk/>
          <pc:sldMk cId="972091984" sldId="328"/>
        </pc:sldMkLst>
      </pc:sldChg>
      <pc:sldChg chg="addSp delSp modSp add mod modShow">
        <pc:chgData name="takehiro nakamaru" userId="80fedbc913b6d45c" providerId="LiveId" clId="{8733BE5A-3DC8-4F0E-93B1-3B04349DFD87}" dt="2025-02-23T06:33:25.262" v="2968" actId="20577"/>
        <pc:sldMkLst>
          <pc:docMk/>
          <pc:sldMk cId="2197528298" sldId="3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342230" cy="345565"/>
          </a:xfrm>
          <a:prstGeom prst="rect">
            <a:avLst/>
          </a:prstGeom>
        </p:spPr>
        <p:txBody>
          <a:bodyPr vert="horz" lIns="84683" tIns="42341" rIns="84683" bIns="42341" rtlCol="0"/>
          <a:lstStyle>
            <a:lvl1pPr algn="l">
              <a:defRPr sz="1100"/>
            </a:lvl1pPr>
          </a:lstStyle>
          <a:p>
            <a:endParaRPr lang="en-US"/>
          </a:p>
        </p:txBody>
      </p:sp>
      <p:sp>
        <p:nvSpPr>
          <p:cNvPr id="3" name="日付プレースホルダー 2"/>
          <p:cNvSpPr>
            <a:spLocks noGrp="1"/>
          </p:cNvSpPr>
          <p:nvPr>
            <p:ph type="dt" idx="1"/>
          </p:nvPr>
        </p:nvSpPr>
        <p:spPr>
          <a:xfrm>
            <a:off x="5676584" y="1"/>
            <a:ext cx="4340742" cy="345565"/>
          </a:xfrm>
          <a:prstGeom prst="rect">
            <a:avLst/>
          </a:prstGeom>
        </p:spPr>
        <p:txBody>
          <a:bodyPr vert="horz" lIns="84683" tIns="42341" rIns="84683" bIns="42341" rtlCol="0"/>
          <a:lstStyle>
            <a:lvl1pPr algn="r">
              <a:defRPr sz="1100"/>
            </a:lvl1pPr>
          </a:lstStyle>
          <a:p>
            <a:fld id="{4009CA0D-804D-4239-A455-E74A24CC862D}" type="datetimeFigureOut">
              <a:rPr lang="en-US" smtClean="0"/>
              <a:t>4/30/2025</a:t>
            </a:fld>
            <a:endParaRPr lang="en-US"/>
          </a:p>
        </p:txBody>
      </p:sp>
      <p:sp>
        <p:nvSpPr>
          <p:cNvPr id="4" name="スライド イメージ プレースホルダー 3"/>
          <p:cNvSpPr>
            <a:spLocks noGrp="1" noRot="1" noChangeAspect="1"/>
          </p:cNvSpPr>
          <p:nvPr>
            <p:ph type="sldImg" idx="2"/>
          </p:nvPr>
        </p:nvSpPr>
        <p:spPr>
          <a:xfrm>
            <a:off x="2946400" y="862013"/>
            <a:ext cx="4127500" cy="2322512"/>
          </a:xfrm>
          <a:prstGeom prst="rect">
            <a:avLst/>
          </a:prstGeom>
          <a:noFill/>
          <a:ln w="12700">
            <a:solidFill>
              <a:prstClr val="black"/>
            </a:solidFill>
          </a:ln>
        </p:spPr>
        <p:txBody>
          <a:bodyPr vert="horz" lIns="84683" tIns="42341" rIns="84683" bIns="42341" rtlCol="0" anchor="ctr"/>
          <a:lstStyle/>
          <a:p>
            <a:endParaRPr lang="en-US"/>
          </a:p>
        </p:txBody>
      </p:sp>
      <p:sp>
        <p:nvSpPr>
          <p:cNvPr id="5" name="ノート プレースホルダー 4"/>
          <p:cNvSpPr>
            <a:spLocks noGrp="1"/>
          </p:cNvSpPr>
          <p:nvPr>
            <p:ph type="body" sz="quarter" idx="3"/>
          </p:nvPr>
        </p:nvSpPr>
        <p:spPr>
          <a:xfrm>
            <a:off x="1002625" y="3315399"/>
            <a:ext cx="8015050" cy="2712467"/>
          </a:xfrm>
          <a:prstGeom prst="rect">
            <a:avLst/>
          </a:prstGeom>
        </p:spPr>
        <p:txBody>
          <a:bodyPr vert="horz" lIns="84683" tIns="42341" rIns="84683" bIns="42341"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フッター プレースホルダー 5"/>
          <p:cNvSpPr>
            <a:spLocks noGrp="1"/>
          </p:cNvSpPr>
          <p:nvPr>
            <p:ph type="ftr" sz="quarter" idx="4"/>
          </p:nvPr>
        </p:nvSpPr>
        <p:spPr>
          <a:xfrm>
            <a:off x="0" y="6542599"/>
            <a:ext cx="4342230" cy="345564"/>
          </a:xfrm>
          <a:prstGeom prst="rect">
            <a:avLst/>
          </a:prstGeom>
        </p:spPr>
        <p:txBody>
          <a:bodyPr vert="horz" lIns="84683" tIns="42341" rIns="84683" bIns="42341" rtlCol="0" anchor="b"/>
          <a:lstStyle>
            <a:lvl1pPr algn="l">
              <a:defRPr sz="1100"/>
            </a:lvl1pPr>
          </a:lstStyle>
          <a:p>
            <a:endParaRPr lang="en-US"/>
          </a:p>
        </p:txBody>
      </p:sp>
      <p:sp>
        <p:nvSpPr>
          <p:cNvPr id="7" name="スライド番号プレースホルダー 6"/>
          <p:cNvSpPr>
            <a:spLocks noGrp="1"/>
          </p:cNvSpPr>
          <p:nvPr>
            <p:ph type="sldNum" sz="quarter" idx="5"/>
          </p:nvPr>
        </p:nvSpPr>
        <p:spPr>
          <a:xfrm>
            <a:off x="5676584" y="6542599"/>
            <a:ext cx="4340742" cy="345564"/>
          </a:xfrm>
          <a:prstGeom prst="rect">
            <a:avLst/>
          </a:prstGeom>
        </p:spPr>
        <p:txBody>
          <a:bodyPr vert="horz" lIns="84683" tIns="42341" rIns="84683" bIns="42341" rtlCol="0" anchor="b"/>
          <a:lstStyle>
            <a:lvl1pPr algn="r">
              <a:defRPr sz="1100"/>
            </a:lvl1pPr>
          </a:lstStyle>
          <a:p>
            <a:fld id="{A7B545F4-B75A-439E-BE98-DBF9F4EB28BF}" type="slidenum">
              <a:rPr lang="en-US" smtClean="0"/>
              <a:t>‹#›</a:t>
            </a:fld>
            <a:endParaRPr lang="en-US"/>
          </a:p>
        </p:txBody>
      </p:sp>
    </p:spTree>
    <p:extLst>
      <p:ext uri="{BB962C8B-B14F-4D97-AF65-F5344CB8AC3E}">
        <p14:creationId xmlns:p14="http://schemas.microsoft.com/office/powerpoint/2010/main" val="1029939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7B545F4-B75A-439E-BE98-DBF9F4EB28BF}"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541195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07A7-BD35-08E8-A8B4-EDB749E41D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C53CBB-6562-C212-504D-ABEC368C81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CAA325-CE5D-89AE-C928-C0E4B758CF7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30A9FA1-8970-875F-DE33-74A91124A101}"/>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7B545F4-B75A-439E-BE98-DBF9F4EB28BF}"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65</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894492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8341" y="2344483"/>
            <a:ext cx="11427857" cy="384721"/>
          </a:xfrm>
          <a:prstGeom prst="rect">
            <a:avLst/>
          </a:prstGeom>
        </p:spPr>
        <p:txBody>
          <a:bodyPr wrap="square" lIns="0" tIns="0" rIns="0" bIns="0">
            <a:spAutoFit/>
          </a:bodyPr>
          <a:lstStyle>
            <a:lvl1pPr>
              <a:defRPr sz="2500" b="1" i="0">
                <a:solidFill>
                  <a:srgbClr val="002034"/>
                </a:solidFill>
                <a:latin typeface="Microsoft YaHei"/>
                <a:cs typeface="Microsoft YaHei"/>
              </a:defRPr>
            </a:lvl1pPr>
          </a:lstStyle>
          <a:p>
            <a:endParaRPr/>
          </a:p>
        </p:txBody>
      </p:sp>
      <p:sp>
        <p:nvSpPr>
          <p:cNvPr id="3" name="Holder 3"/>
          <p:cNvSpPr>
            <a:spLocks noGrp="1"/>
          </p:cNvSpPr>
          <p:nvPr>
            <p:ph type="subTitle" idx="4"/>
          </p:nvPr>
        </p:nvSpPr>
        <p:spPr>
          <a:xfrm>
            <a:off x="2016681" y="4235196"/>
            <a:ext cx="9411177"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6" name="Holder 6"/>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73386" y="414642"/>
            <a:ext cx="9711283" cy="384721"/>
          </a:xfrm>
        </p:spPr>
        <p:txBody>
          <a:bodyPr lIns="0" tIns="0" rIns="0" bIns="0"/>
          <a:lstStyle>
            <a:lvl1pPr>
              <a:defRPr sz="2500" b="1" i="0">
                <a:solidFill>
                  <a:srgbClr val="002034"/>
                </a:solidFill>
                <a:latin typeface="Microsoft YaHei"/>
                <a:cs typeface="Microsoft YaHei"/>
              </a:defRPr>
            </a:lvl1pPr>
          </a:lstStyle>
          <a:p>
            <a:endParaRPr dirty="0"/>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6" name="Holder 6"/>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pic>
        <p:nvPicPr>
          <p:cNvPr id="9" name="グラフィックス 8">
            <a:extLst>
              <a:ext uri="{FF2B5EF4-FFF2-40B4-BE49-F238E27FC236}">
                <a16:creationId xmlns:a16="http://schemas.microsoft.com/office/drawing/2014/main" id="{7166497F-1BBB-281A-DD63-B272E32D943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2497" y="448677"/>
            <a:ext cx="1944000" cy="363665"/>
          </a:xfrm>
          <a:prstGeom prst="rect">
            <a:avLst/>
          </a:prstGeom>
        </p:spPr>
      </p:pic>
    </p:spTree>
  </p:cSld>
  <p:clrMapOvr>
    <a:masterClrMapping/>
  </p:clrMapOvr>
  <p:extLst>
    <p:ext uri="{DCECCB84-F9BA-43D5-87BE-67443E8EF086}">
      <p15:sldGuideLst xmlns:p15="http://schemas.microsoft.com/office/powerpoint/2012/main">
        <p15:guide id="1" orient="horz" pos="2382" userDrawn="1">
          <p15:clr>
            <a:srgbClr val="FBAE40"/>
          </p15:clr>
        </p15:guide>
        <p15:guide id="2" pos="42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002034"/>
                </a:solidFill>
                <a:latin typeface="Microsoft YaHei"/>
                <a:cs typeface="Microsoft YaHei"/>
              </a:defRPr>
            </a:lvl1pPr>
          </a:lstStyle>
          <a:p>
            <a:endParaRPr/>
          </a:p>
        </p:txBody>
      </p:sp>
      <p:sp>
        <p:nvSpPr>
          <p:cNvPr id="3" name="Holder 3"/>
          <p:cNvSpPr>
            <a:spLocks noGrp="1"/>
          </p:cNvSpPr>
          <p:nvPr>
            <p:ph sz="half" idx="2"/>
          </p:nvPr>
        </p:nvSpPr>
        <p:spPr>
          <a:xfrm>
            <a:off x="672228" y="1739456"/>
            <a:ext cx="584837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23938" y="1739456"/>
            <a:ext cx="584837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7" name="Holder 7"/>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002034"/>
                </a:solidFill>
                <a:latin typeface="Microsoft YaHei"/>
                <a:cs typeface="Microsoft YaHei"/>
              </a:defRPr>
            </a:lvl1pPr>
          </a:lstStyle>
          <a:p>
            <a:endParaRPr/>
          </a:p>
        </p:txBody>
      </p:sp>
      <p:sp>
        <p:nvSpPr>
          <p:cNvPr id="3" name="Holder 3"/>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5" name="Holder 5"/>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4" name="Holder 4"/>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Holder 5"/>
          <p:cNvSpPr>
            <a:spLocks noGrp="1"/>
          </p:cNvSpPr>
          <p:nvPr>
            <p:ph type="dt" sz="half" idx="6"/>
          </p:nvPr>
        </p:nvSpPr>
        <p:spPr>
          <a:xfrm>
            <a:off x="672227" y="7033450"/>
            <a:ext cx="3092244"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6" name="Holder 6"/>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extLst>
      <p:ext uri="{BB962C8B-B14F-4D97-AF65-F5344CB8AC3E}">
        <p14:creationId xmlns:p14="http://schemas.microsoft.com/office/powerpoint/2010/main" val="3859854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73386" y="414642"/>
            <a:ext cx="11497766" cy="384721"/>
          </a:xfrm>
          <a:prstGeom prst="rect">
            <a:avLst/>
          </a:prstGeom>
        </p:spPr>
        <p:txBody>
          <a:bodyPr lIns="0" tIns="0" rIns="0" bIns="0"/>
          <a:lstStyle>
            <a:lvl1pPr>
              <a:defRPr sz="2500" b="1" i="0">
                <a:solidFill>
                  <a:srgbClr val="002034"/>
                </a:solidFill>
                <a:latin typeface="Microsoft YaHei"/>
                <a:cs typeface="Microsoft YaHei"/>
              </a:defRPr>
            </a:lvl1pPr>
          </a:lstStyle>
          <a:p>
            <a:endParaRPr/>
          </a:p>
        </p:txBody>
      </p:sp>
      <p:sp>
        <p:nvSpPr>
          <p:cNvPr id="3" name="Holder 3"/>
          <p:cNvSpPr>
            <a:spLocks noGrp="1"/>
          </p:cNvSpPr>
          <p:nvPr>
            <p:ph sz="half" idx="2"/>
          </p:nvPr>
        </p:nvSpPr>
        <p:spPr>
          <a:xfrm>
            <a:off x="672228" y="1739456"/>
            <a:ext cx="584837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23938" y="1739456"/>
            <a:ext cx="584837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6" name="Holder 6"/>
          <p:cNvSpPr>
            <a:spLocks noGrp="1"/>
          </p:cNvSpPr>
          <p:nvPr>
            <p:ph type="dt" sz="half" idx="6"/>
          </p:nvPr>
        </p:nvSpPr>
        <p:spPr>
          <a:xfrm>
            <a:off x="672227" y="7033450"/>
            <a:ext cx="3092244"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7" name="Holder 7"/>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extLst>
      <p:ext uri="{BB962C8B-B14F-4D97-AF65-F5344CB8AC3E}">
        <p14:creationId xmlns:p14="http://schemas.microsoft.com/office/powerpoint/2010/main" val="258387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5521305" y="6888778"/>
            <a:ext cx="2408680" cy="123111"/>
          </a:xfrm>
          <a:prstGeom prst="rect">
            <a:avLst/>
          </a:prstGeom>
        </p:spPr>
        <p:txBody>
          <a:bodyPr lIns="0" tIns="0" rIns="0" bIns="0"/>
          <a:lstStyle>
            <a:lvl1pPr>
              <a:defRPr sz="800" b="0" i="0">
                <a:solidFill>
                  <a:srgbClr val="002034"/>
                </a:solidFill>
                <a:latin typeface="Arial"/>
                <a:cs typeface="Arial"/>
              </a:defRPr>
            </a:lvl1pPr>
          </a:lstStyle>
          <a:p>
            <a:pPr marL="12700">
              <a:spcBef>
                <a:spcPts val="240"/>
              </a:spcBef>
            </a:pPr>
            <a:r>
              <a:rPr lang="en-US" dirty="0">
                <a:latin typeface="Segoe UI Symbol"/>
                <a:cs typeface="Segoe UI Symbol"/>
              </a:rPr>
              <a:t>Ⓒ</a:t>
            </a:r>
            <a:r>
              <a:rPr lang="en-US" dirty="0"/>
              <a:t>2020</a:t>
            </a:r>
            <a:r>
              <a:rPr lang="en-US" spc="5" dirty="0"/>
              <a:t> </a:t>
            </a:r>
            <a:r>
              <a:rPr lang="en-US" spc="-70" dirty="0"/>
              <a:t>TOUMEI</a:t>
            </a:r>
            <a:r>
              <a:rPr lang="en-US" spc="5" dirty="0"/>
              <a:t> </a:t>
            </a:r>
            <a:r>
              <a:rPr lang="en-US" spc="-45"/>
              <a:t>Group</a:t>
            </a:r>
            <a:r>
              <a:rPr lang="en-US" spc="10"/>
              <a:t> </a:t>
            </a:r>
            <a:r>
              <a:rPr lang="en-US"/>
              <a:t>All</a:t>
            </a:r>
            <a:r>
              <a:rPr lang="en-US" spc="5"/>
              <a:t> </a:t>
            </a:r>
            <a:r>
              <a:rPr lang="en-US" spc="-20" dirty="0"/>
              <a:t>Rights</a:t>
            </a:r>
            <a:r>
              <a:rPr lang="en-US" spc="5" dirty="0"/>
              <a:t> </a:t>
            </a:r>
            <a:r>
              <a:rPr lang="en-US" spc="-10" dirty="0"/>
              <a:t>Reserved.</a:t>
            </a:r>
          </a:p>
        </p:txBody>
      </p:sp>
      <p:sp>
        <p:nvSpPr>
          <p:cNvPr id="3" name="Holder 3"/>
          <p:cNvSpPr>
            <a:spLocks noGrp="1"/>
          </p:cNvSpPr>
          <p:nvPr>
            <p:ph type="dt" sz="half" idx="6"/>
          </p:nvPr>
        </p:nvSpPr>
        <p:spPr>
          <a:xfrm>
            <a:off x="672227" y="7033450"/>
            <a:ext cx="3092244"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4" name="Holder 4"/>
          <p:cNvSpPr>
            <a:spLocks noGrp="1"/>
          </p:cNvSpPr>
          <p:nvPr>
            <p:ph type="sldNum" sz="quarter" idx="7"/>
          </p:nvPr>
        </p:nvSpPr>
        <p:spPr/>
        <p:txBody>
          <a:bodyPr lIns="0" tIns="0" rIns="0" bIns="0"/>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extLst>
      <p:ext uri="{BB962C8B-B14F-4D97-AF65-F5344CB8AC3E}">
        <p14:creationId xmlns:p14="http://schemas.microsoft.com/office/powerpoint/2010/main" val="2940766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3"/>
            <a:ext cx="13442941" cy="7560309"/>
          </a:xfrm>
          <a:custGeom>
            <a:avLst/>
            <a:gdLst/>
            <a:ahLst/>
            <a:cxnLst/>
            <a:rect l="l" t="t" r="r" b="b"/>
            <a:pathLst>
              <a:path w="10692130" h="7560309">
                <a:moveTo>
                  <a:pt x="10692003" y="0"/>
                </a:moveTo>
                <a:lnTo>
                  <a:pt x="0" y="0"/>
                </a:lnTo>
                <a:lnTo>
                  <a:pt x="0" y="7559992"/>
                </a:lnTo>
                <a:lnTo>
                  <a:pt x="10692003" y="7559992"/>
                </a:lnTo>
                <a:lnTo>
                  <a:pt x="10692003" y="0"/>
                </a:lnTo>
                <a:close/>
              </a:path>
            </a:pathLst>
          </a:custGeom>
          <a:solidFill>
            <a:srgbClr val="E2E4E7"/>
          </a:solidFill>
        </p:spPr>
        <p:txBody>
          <a:bodyPr wrap="square" lIns="0" tIns="0" rIns="0" bIns="0" rtlCol="0"/>
          <a:lstStyle/>
          <a:p>
            <a:endParaRPr/>
          </a:p>
        </p:txBody>
      </p:sp>
      <p:sp>
        <p:nvSpPr>
          <p:cNvPr id="17" name="bg object 17"/>
          <p:cNvSpPr/>
          <p:nvPr/>
        </p:nvSpPr>
        <p:spPr>
          <a:xfrm>
            <a:off x="226306" y="179998"/>
            <a:ext cx="12990266" cy="7200265"/>
          </a:xfrm>
          <a:custGeom>
            <a:avLst/>
            <a:gdLst/>
            <a:ahLst/>
            <a:cxnLst/>
            <a:rect l="l" t="t" r="r" b="b"/>
            <a:pathLst>
              <a:path w="10332085" h="7200265">
                <a:moveTo>
                  <a:pt x="10332008" y="0"/>
                </a:moveTo>
                <a:lnTo>
                  <a:pt x="0" y="0"/>
                </a:lnTo>
                <a:lnTo>
                  <a:pt x="0" y="7200010"/>
                </a:lnTo>
                <a:lnTo>
                  <a:pt x="10332008" y="7200010"/>
                </a:lnTo>
                <a:lnTo>
                  <a:pt x="10332008"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973386" y="414642"/>
            <a:ext cx="11497766" cy="384721"/>
          </a:xfrm>
          <a:prstGeom prst="rect">
            <a:avLst/>
          </a:prstGeom>
        </p:spPr>
        <p:txBody>
          <a:bodyPr wrap="square" lIns="0" tIns="0" rIns="0" bIns="0">
            <a:spAutoFit/>
          </a:bodyPr>
          <a:lstStyle>
            <a:lvl1pPr>
              <a:defRPr sz="2500" b="1" i="0">
                <a:solidFill>
                  <a:srgbClr val="002034"/>
                </a:solidFill>
                <a:latin typeface="Microsoft YaHei"/>
                <a:cs typeface="Microsoft YaHei"/>
              </a:defRPr>
            </a:lvl1pPr>
          </a:lstStyle>
          <a:p>
            <a:endParaRPr/>
          </a:p>
        </p:txBody>
      </p:sp>
      <p:sp>
        <p:nvSpPr>
          <p:cNvPr id="3" name="Holder 3"/>
          <p:cNvSpPr>
            <a:spLocks noGrp="1"/>
          </p:cNvSpPr>
          <p:nvPr>
            <p:ph type="body" idx="1"/>
          </p:nvPr>
        </p:nvSpPr>
        <p:spPr>
          <a:xfrm>
            <a:off x="1619315" y="1475574"/>
            <a:ext cx="1020315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dt" sz="half" idx="6"/>
          </p:nvPr>
        </p:nvSpPr>
        <p:spPr>
          <a:xfrm>
            <a:off x="672227" y="7033450"/>
            <a:ext cx="3092244"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4/30/2025</a:t>
            </a:fld>
            <a:endParaRPr lang="en-US"/>
          </a:p>
        </p:txBody>
      </p:sp>
      <p:sp>
        <p:nvSpPr>
          <p:cNvPr id="6" name="Holder 6"/>
          <p:cNvSpPr>
            <a:spLocks noGrp="1"/>
          </p:cNvSpPr>
          <p:nvPr>
            <p:ph type="sldNum" sz="quarter" idx="7"/>
          </p:nvPr>
        </p:nvSpPr>
        <p:spPr>
          <a:xfrm>
            <a:off x="12224796" y="6891216"/>
            <a:ext cx="683403" cy="123111"/>
          </a:xfrm>
          <a:prstGeom prst="rect">
            <a:avLst/>
          </a:prstGeom>
        </p:spPr>
        <p:txBody>
          <a:bodyPr wrap="square" lIns="0" tIns="0" rIns="0" bIns="0">
            <a:spAutoFit/>
          </a:bodyPr>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pic>
        <p:nvPicPr>
          <p:cNvPr id="7" name="グラフィックス 6">
            <a:extLst>
              <a:ext uri="{FF2B5EF4-FFF2-40B4-BE49-F238E27FC236}">
                <a16:creationId xmlns:a16="http://schemas.microsoft.com/office/drawing/2014/main" id="{C9BCBE2D-DCD3-422D-E15B-7DEE4CB36258}"/>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22497" y="448677"/>
            <a:ext cx="1944000" cy="363665"/>
          </a:xfrm>
          <a:prstGeom prst="rect">
            <a:avLst/>
          </a:prstGeom>
        </p:spPr>
      </p:pic>
      <p:sp>
        <p:nvSpPr>
          <p:cNvPr id="8" name="object 27">
            <a:extLst>
              <a:ext uri="{FF2B5EF4-FFF2-40B4-BE49-F238E27FC236}">
                <a16:creationId xmlns:a16="http://schemas.microsoft.com/office/drawing/2014/main" id="{2450DBAC-CD89-1705-094F-EC47E109A01E}"/>
              </a:ext>
            </a:extLst>
          </p:cNvPr>
          <p:cNvSpPr txBox="1"/>
          <p:nvPr userDrawn="1"/>
        </p:nvSpPr>
        <p:spPr>
          <a:xfrm>
            <a:off x="5570859" y="6753225"/>
            <a:ext cx="2751610" cy="151323"/>
          </a:xfrm>
          <a:prstGeom prst="rect">
            <a:avLst/>
          </a:prstGeom>
        </p:spPr>
        <p:txBody>
          <a:bodyPr vert="horz" wrap="square" lIns="0" tIns="12700" rIns="0" bIns="0" rtlCol="0">
            <a:spAutoFit/>
          </a:bodyPr>
          <a:lstStyle/>
          <a:p>
            <a:pPr marL="12700">
              <a:spcBef>
                <a:spcPts val="100"/>
              </a:spcBef>
            </a:pPr>
            <a:r>
              <a:rPr sz="900" dirty="0">
                <a:solidFill>
                  <a:srgbClr val="002034"/>
                </a:solidFill>
                <a:latin typeface="BIZ UDPゴシック" panose="020B0400000000000000" pitchFamily="50" charset="-128"/>
                <a:ea typeface="BIZ UDPゴシック" panose="020B0400000000000000" pitchFamily="50" charset="-128"/>
                <a:cs typeface="Segoe UI Symbol"/>
              </a:rPr>
              <a:t>Ⓒ</a:t>
            </a:r>
            <a:r>
              <a:rPr sz="900" dirty="0">
                <a:solidFill>
                  <a:srgbClr val="002034"/>
                </a:solidFill>
                <a:latin typeface="BIZ UDPゴシック" panose="020B0400000000000000" pitchFamily="50" charset="-128"/>
                <a:ea typeface="BIZ UDPゴシック" panose="020B0400000000000000" pitchFamily="50" charset="-128"/>
                <a:cs typeface="Arial"/>
              </a:rPr>
              <a:t>202</a:t>
            </a:r>
            <a:r>
              <a:rPr lang="en-US" sz="900" dirty="0">
                <a:solidFill>
                  <a:srgbClr val="002034"/>
                </a:solidFill>
                <a:latin typeface="BIZ UDPゴシック" panose="020B0400000000000000" pitchFamily="50" charset="-128"/>
                <a:ea typeface="BIZ UDPゴシック" panose="020B0400000000000000" pitchFamily="50" charset="-128"/>
                <a:cs typeface="Arial"/>
              </a:rPr>
              <a:t>4</a:t>
            </a:r>
            <a:r>
              <a:rPr sz="900" spc="5" dirty="0">
                <a:solidFill>
                  <a:srgbClr val="002034"/>
                </a:solidFill>
                <a:latin typeface="BIZ UDPゴシック" panose="020B0400000000000000" pitchFamily="50" charset="-128"/>
                <a:ea typeface="BIZ UDPゴシック" panose="020B0400000000000000" pitchFamily="50" charset="-128"/>
                <a:cs typeface="Arial"/>
              </a:rPr>
              <a:t> </a:t>
            </a:r>
            <a:r>
              <a:rPr lang="en-US" altLang="ja-JP" sz="900" spc="-70" err="1">
                <a:solidFill>
                  <a:srgbClr val="002034"/>
                </a:solidFill>
                <a:latin typeface="BIZ UDPゴシック" panose="020B0400000000000000" pitchFamily="50" charset="-128"/>
                <a:ea typeface="BIZ UDPゴシック" panose="020B0400000000000000" pitchFamily="50" charset="-128"/>
                <a:cs typeface="Arial"/>
              </a:rPr>
              <a:t>Xrosspoint</a:t>
            </a:r>
            <a:r>
              <a:rPr sz="900" spc="10">
                <a:solidFill>
                  <a:srgbClr val="002034"/>
                </a:solidFill>
                <a:latin typeface="BIZ UDPゴシック" panose="020B0400000000000000" pitchFamily="50" charset="-128"/>
                <a:ea typeface="BIZ UDPゴシック" panose="020B0400000000000000" pitchFamily="50" charset="-128"/>
                <a:cs typeface="Arial"/>
              </a:rPr>
              <a:t> </a:t>
            </a:r>
            <a:r>
              <a:rPr sz="900">
                <a:solidFill>
                  <a:srgbClr val="002034"/>
                </a:solidFill>
                <a:latin typeface="BIZ UDPゴシック" panose="020B0400000000000000" pitchFamily="50" charset="-128"/>
                <a:ea typeface="BIZ UDPゴシック" panose="020B0400000000000000" pitchFamily="50" charset="-128"/>
                <a:cs typeface="Arial"/>
              </a:rPr>
              <a:t>All</a:t>
            </a:r>
            <a:r>
              <a:rPr sz="900" spc="5">
                <a:solidFill>
                  <a:srgbClr val="002034"/>
                </a:solidFill>
                <a:latin typeface="BIZ UDPゴシック" panose="020B0400000000000000" pitchFamily="50" charset="-128"/>
                <a:ea typeface="BIZ UDPゴシック" panose="020B0400000000000000" pitchFamily="50" charset="-128"/>
                <a:cs typeface="Arial"/>
              </a:rPr>
              <a:t> </a:t>
            </a:r>
            <a:r>
              <a:rPr sz="900" spc="-20" dirty="0">
                <a:solidFill>
                  <a:srgbClr val="002034"/>
                </a:solidFill>
                <a:latin typeface="BIZ UDPゴシック" panose="020B0400000000000000" pitchFamily="50" charset="-128"/>
                <a:ea typeface="BIZ UDPゴシック" panose="020B0400000000000000" pitchFamily="50" charset="-128"/>
                <a:cs typeface="Arial"/>
              </a:rPr>
              <a:t>Rights</a:t>
            </a:r>
            <a:r>
              <a:rPr sz="900" spc="5" dirty="0">
                <a:solidFill>
                  <a:srgbClr val="002034"/>
                </a:solidFill>
                <a:latin typeface="BIZ UDPゴシック" panose="020B0400000000000000" pitchFamily="50" charset="-128"/>
                <a:ea typeface="BIZ UDPゴシック" panose="020B0400000000000000" pitchFamily="50" charset="-128"/>
                <a:cs typeface="Arial"/>
              </a:rPr>
              <a:t> </a:t>
            </a:r>
            <a:r>
              <a:rPr sz="900" spc="-10" dirty="0">
                <a:solidFill>
                  <a:srgbClr val="002034"/>
                </a:solidFill>
                <a:latin typeface="BIZ UDPゴシック" panose="020B0400000000000000" pitchFamily="50" charset="-128"/>
                <a:ea typeface="BIZ UDPゴシック" panose="020B0400000000000000" pitchFamily="50" charset="-128"/>
                <a:cs typeface="Arial"/>
              </a:rPr>
              <a:t>Reserved.</a:t>
            </a:r>
            <a:endParaRPr sz="900" dirty="0">
              <a:latin typeface="BIZ UDPゴシック" panose="020B0400000000000000" pitchFamily="50" charset="-128"/>
              <a:ea typeface="BIZ UDPゴシック" panose="020B0400000000000000" pitchFamily="50" charset="-128"/>
              <a:cs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2382" userDrawn="1">
          <p15:clr>
            <a:srgbClr val="F26B43"/>
          </p15:clr>
        </p15:guide>
        <p15:guide id="2" pos="423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2471152" y="7254035"/>
            <a:ext cx="683403" cy="123111"/>
          </a:xfrm>
          <a:prstGeom prst="rect">
            <a:avLst/>
          </a:prstGeom>
        </p:spPr>
        <p:txBody>
          <a:bodyPr wrap="square" lIns="0" tIns="0" rIns="0" bIns="0">
            <a:spAutoFit/>
          </a:bodyPr>
          <a:lstStyle>
            <a:lvl1pPr>
              <a:defRPr sz="800" b="0" i="0">
                <a:solidFill>
                  <a:srgbClr val="002034"/>
                </a:solidFill>
                <a:latin typeface="Arial"/>
                <a:cs typeface="Arial"/>
              </a:defRPr>
            </a:lvl1pPr>
          </a:lstStyle>
          <a:p>
            <a:pPr marL="12700">
              <a:spcBef>
                <a:spcPts val="215"/>
              </a:spcBef>
            </a:pPr>
            <a:r>
              <a:rPr lang="en-US"/>
              <a:t>PAGE</a:t>
            </a:r>
            <a:r>
              <a:rPr lang="en-US" spc="420"/>
              <a:t> </a:t>
            </a:r>
            <a:fld id="{81D60167-4931-47E6-BA6A-407CBD079E47}" type="slidenum">
              <a:rPr spc="-25" smtClean="0"/>
              <a:pPr marL="12700">
                <a:spcBef>
                  <a:spcPts val="215"/>
                </a:spcBef>
              </a:pPr>
              <a:t>‹#›</a:t>
            </a:fld>
            <a:endParaRPr spc="-25" dirty="0"/>
          </a:p>
        </p:txBody>
      </p:sp>
    </p:spTree>
    <p:extLst>
      <p:ext uri="{BB962C8B-B14F-4D97-AF65-F5344CB8AC3E}">
        <p14:creationId xmlns:p14="http://schemas.microsoft.com/office/powerpoint/2010/main" val="175377163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hyperlink" Target="mailto:info@&#65368;rosspoint.co.jp"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695F5-87F9-36C8-C4A5-33292E35E06B}"/>
            </a:ext>
          </a:extLst>
        </p:cNvPr>
        <p:cNvGrpSpPr/>
        <p:nvPr/>
      </p:nvGrpSpPr>
      <p:grpSpPr>
        <a:xfrm>
          <a:off x="0" y="0"/>
          <a:ext cx="0" cy="0"/>
          <a:chOff x="0" y="0"/>
          <a:chExt cx="0" cy="0"/>
        </a:xfrm>
      </p:grpSpPr>
      <p:pic>
        <p:nvPicPr>
          <p:cNvPr id="23" name="図 22" descr="スーツを着た男性と女性&#10;&#10;中程度の精度で自動的に生成された説明">
            <a:extLst>
              <a:ext uri="{FF2B5EF4-FFF2-40B4-BE49-F238E27FC236}">
                <a16:creationId xmlns:a16="http://schemas.microsoft.com/office/drawing/2014/main" id="{45DA51F7-26AE-D630-FE80-E699B0A540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5823" y="3151"/>
            <a:ext cx="11338715" cy="7556548"/>
          </a:xfrm>
          <a:prstGeom prst="rect">
            <a:avLst/>
          </a:prstGeom>
        </p:spPr>
      </p:pic>
      <p:sp>
        <p:nvSpPr>
          <p:cNvPr id="5" name="正方形/長方形 4">
            <a:extLst>
              <a:ext uri="{FF2B5EF4-FFF2-40B4-BE49-F238E27FC236}">
                <a16:creationId xmlns:a16="http://schemas.microsoft.com/office/drawing/2014/main" id="{20A695DB-3CBB-AA0C-E878-6275AF0F29C0}"/>
              </a:ext>
            </a:extLst>
          </p:cNvPr>
          <p:cNvSpPr/>
          <p:nvPr/>
        </p:nvSpPr>
        <p:spPr>
          <a:xfrm>
            <a:off x="2074069" y="-3151"/>
            <a:ext cx="11370469" cy="7562850"/>
          </a:xfrm>
          <a:prstGeom prst="rect">
            <a:avLst/>
          </a:prstGeom>
          <a:gradFill flip="none" rotWithShape="1">
            <a:gsLst>
              <a:gs pos="13000">
                <a:schemeClr val="accent1">
                  <a:lumMod val="5000"/>
                  <a:lumOff val="95000"/>
                  <a:alpha val="50823"/>
                </a:schemeClr>
              </a:gs>
              <a:gs pos="86000">
                <a:srgbClr val="0E51A8">
                  <a:alpha val="25773"/>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prstClr val="white"/>
              </a:solidFill>
              <a:effectLst/>
              <a:uLnTx/>
              <a:uFillTx/>
              <a:latin typeface="BIZ UDPゴシック" panose="020B0400000000000000" pitchFamily="50" charset="-128"/>
              <a:ea typeface="BIZ UDPゴシック" panose="020B0400000000000000" pitchFamily="50" charset="-128"/>
            </a:endParaRPr>
          </a:p>
        </p:txBody>
      </p:sp>
      <p:sp>
        <p:nvSpPr>
          <p:cNvPr id="7" name="片側の 2 つの角を丸めた四角形 6">
            <a:extLst>
              <a:ext uri="{FF2B5EF4-FFF2-40B4-BE49-F238E27FC236}">
                <a16:creationId xmlns:a16="http://schemas.microsoft.com/office/drawing/2014/main" id="{DB4E12FB-252C-8EA1-C1E4-5293FD19D93F}"/>
              </a:ext>
            </a:extLst>
          </p:cNvPr>
          <p:cNvSpPr/>
          <p:nvPr/>
        </p:nvSpPr>
        <p:spPr>
          <a:xfrm rot="5400000">
            <a:off x="2684424" y="1935199"/>
            <a:ext cx="1734419" cy="7103269"/>
          </a:xfrm>
          <a:prstGeom prst="round2SameRect">
            <a:avLst>
              <a:gd name="adj1" fmla="val 7436"/>
              <a:gd name="adj2" fmla="val 0"/>
            </a:avLst>
          </a:prstGeom>
          <a:solidFill>
            <a:srgbClr val="001F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BIZ UDPゴシック" panose="020B0400000000000000" pitchFamily="50" charset="-128"/>
              <a:ea typeface="BIZ UDPゴシック" panose="020B0400000000000000" pitchFamily="50" charset="-128"/>
            </a:endParaRPr>
          </a:p>
        </p:txBody>
      </p:sp>
      <p:sp>
        <p:nvSpPr>
          <p:cNvPr id="33" name="object 33">
            <a:extLst>
              <a:ext uri="{FF2B5EF4-FFF2-40B4-BE49-F238E27FC236}">
                <a16:creationId xmlns:a16="http://schemas.microsoft.com/office/drawing/2014/main" id="{838A90E2-8958-10B9-3A6E-C5FEF32682E4}"/>
              </a:ext>
            </a:extLst>
          </p:cNvPr>
          <p:cNvSpPr txBox="1">
            <a:spLocks noGrp="1"/>
          </p:cNvSpPr>
          <p:nvPr>
            <p:ph type="title" idx="4294967295"/>
          </p:nvPr>
        </p:nvSpPr>
        <p:spPr>
          <a:xfrm>
            <a:off x="-59531" y="5361771"/>
            <a:ext cx="7018736" cy="477054"/>
          </a:xfrm>
          <a:prstGeom prst="rect">
            <a:avLst/>
          </a:prstGeom>
          <a:noFill/>
          <a:ln>
            <a:noFill/>
          </a:ln>
        </p:spPr>
        <p:txBody>
          <a:bodyPr vert="horz" wrap="square" lIns="0" tIns="45720" rIns="0" bIns="0" rtlCol="0">
            <a:spAutoFit/>
          </a:bodyPr>
          <a:lstStyle/>
          <a:p>
            <a:pPr algn="ctr">
              <a:spcBef>
                <a:spcPts val="340"/>
              </a:spcBef>
            </a:pPr>
            <a:r>
              <a:rPr lang="ja-JP" altLang="en-US" sz="2800" b="1" spc="850" dirty="0">
                <a:solidFill>
                  <a:schemeClr val="bg1"/>
                </a:solidFill>
                <a:latin typeface="BIZ UDPゴシック" panose="020B0400000000000000" pitchFamily="50" charset="-128"/>
                <a:ea typeface="BIZ UDPゴシック" panose="020B0400000000000000" pitchFamily="50" charset="-128"/>
                <a:cs typeface="游ゴシック Medium"/>
              </a:rPr>
              <a:t>管理システム案</a:t>
            </a:r>
            <a:endParaRPr sz="2800" b="1" dirty="0">
              <a:solidFill>
                <a:schemeClr val="bg1"/>
              </a:solidFill>
              <a:latin typeface="BIZ UDPゴシック" panose="020B0400000000000000" pitchFamily="50" charset="-128"/>
              <a:ea typeface="BIZ UDPゴシック" panose="020B0400000000000000" pitchFamily="50" charset="-128"/>
              <a:cs typeface="游ゴシック Medium"/>
            </a:endParaRPr>
          </a:p>
        </p:txBody>
      </p:sp>
      <p:pic>
        <p:nvPicPr>
          <p:cNvPr id="4" name="グラフィックス 3">
            <a:extLst>
              <a:ext uri="{FF2B5EF4-FFF2-40B4-BE49-F238E27FC236}">
                <a16:creationId xmlns:a16="http://schemas.microsoft.com/office/drawing/2014/main" id="{A6EFFA26-B2F1-CD7F-54B2-BC200C90026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669" y="3986547"/>
            <a:ext cx="2351333" cy="439865"/>
          </a:xfrm>
          <a:prstGeom prst="rect">
            <a:avLst/>
          </a:prstGeom>
        </p:spPr>
      </p:pic>
      <p:cxnSp>
        <p:nvCxnSpPr>
          <p:cNvPr id="9" name="直線コネクタ 8">
            <a:extLst>
              <a:ext uri="{FF2B5EF4-FFF2-40B4-BE49-F238E27FC236}">
                <a16:creationId xmlns:a16="http://schemas.microsoft.com/office/drawing/2014/main" id="{8AE6547E-F764-2435-D018-8D5FB62FE536}"/>
              </a:ext>
            </a:extLst>
          </p:cNvPr>
          <p:cNvCxnSpPr>
            <a:cxnSpLocks/>
          </p:cNvCxnSpPr>
          <p:nvPr/>
        </p:nvCxnSpPr>
        <p:spPr>
          <a:xfrm>
            <a:off x="245269" y="0"/>
            <a:ext cx="0" cy="4467225"/>
          </a:xfrm>
          <a:prstGeom prst="line">
            <a:avLst/>
          </a:prstGeom>
          <a:ln w="19050">
            <a:solidFill>
              <a:srgbClr val="001F6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B7F4B62-3E8A-6C74-4E3E-0132A4892FB3}"/>
              </a:ext>
            </a:extLst>
          </p:cNvPr>
          <p:cNvCxnSpPr>
            <a:cxnSpLocks/>
          </p:cNvCxnSpPr>
          <p:nvPr/>
        </p:nvCxnSpPr>
        <p:spPr>
          <a:xfrm>
            <a:off x="245269" y="6524625"/>
            <a:ext cx="0" cy="1055687"/>
          </a:xfrm>
          <a:prstGeom prst="line">
            <a:avLst/>
          </a:prstGeom>
          <a:ln w="19050">
            <a:solidFill>
              <a:srgbClr val="001F60"/>
            </a:solidFill>
          </a:ln>
        </p:spPr>
        <p:style>
          <a:lnRef idx="1">
            <a:schemeClr val="accent1"/>
          </a:lnRef>
          <a:fillRef idx="0">
            <a:schemeClr val="accent1"/>
          </a:fillRef>
          <a:effectRef idx="0">
            <a:schemeClr val="accent1"/>
          </a:effectRef>
          <a:fontRef idx="minor">
            <a:schemeClr val="tx1"/>
          </a:fontRef>
        </p:style>
      </p:cxnSp>
      <p:sp>
        <p:nvSpPr>
          <p:cNvPr id="16" name="object 33">
            <a:extLst>
              <a:ext uri="{FF2B5EF4-FFF2-40B4-BE49-F238E27FC236}">
                <a16:creationId xmlns:a16="http://schemas.microsoft.com/office/drawing/2014/main" id="{BBE4F18C-4281-BD29-D4EE-B3D08BAA75BB}"/>
              </a:ext>
            </a:extLst>
          </p:cNvPr>
          <p:cNvSpPr txBox="1">
            <a:spLocks/>
          </p:cNvSpPr>
          <p:nvPr/>
        </p:nvSpPr>
        <p:spPr>
          <a:xfrm>
            <a:off x="-3640931" y="5000625"/>
            <a:ext cx="11049000" cy="292388"/>
          </a:xfrm>
          <a:prstGeom prst="rect">
            <a:avLst/>
          </a:prstGeom>
          <a:noFill/>
          <a:ln>
            <a:noFill/>
          </a:ln>
        </p:spPr>
        <p:txBody>
          <a:bodyPr vert="horz" wrap="square" lIns="0" tIns="45720" rIns="0" bIns="0" rtlCol="0">
            <a:spAutoFit/>
          </a:bodyPr>
          <a:lstStyle>
            <a:lvl1pPr>
              <a:defRPr>
                <a:latin typeface="+mj-lt"/>
                <a:ea typeface="+mj-ea"/>
                <a:cs typeface="+mj-cs"/>
              </a:defRPr>
            </a:lvl1pPr>
          </a:lstStyle>
          <a:p>
            <a:pPr marL="0" marR="0" lvl="0" indent="0" algn="ctr" defTabSz="914400" eaLnBrk="1" fontAlgn="auto" latinLnBrk="0" hangingPunct="1">
              <a:lnSpc>
                <a:spcPct val="100000"/>
              </a:lnSpc>
              <a:spcBef>
                <a:spcPts val="340"/>
              </a:spcBef>
              <a:spcAft>
                <a:spcPts val="0"/>
              </a:spcAft>
              <a:buClrTx/>
              <a:buSzTx/>
              <a:buFontTx/>
              <a:buNone/>
              <a:tabLst/>
              <a:defRPr/>
            </a:pPr>
            <a:r>
              <a:rPr kumimoji="0" lang="ja-JP" altLang="en-US" sz="1600" b="0" i="0" u="none" strike="noStrike" kern="0" cap="none" spc="300" normalizeH="0" baseline="0" noProof="0" dirty="0">
                <a:ln>
                  <a:noFill/>
                </a:ln>
                <a:solidFill>
                  <a:prstClr val="white"/>
                </a:solidFill>
                <a:effectLst/>
                <a:uLnTx/>
                <a:uFillTx/>
                <a:latin typeface="BIZ UDPゴシック" panose="020B0400000000000000" pitchFamily="50" charset="-128"/>
                <a:ea typeface="BIZ UDPゴシック" panose="020B0400000000000000" pitchFamily="50" charset="-128"/>
                <a:cs typeface="游ゴシック Medium"/>
              </a:rPr>
              <a:t>わかくさ福祉会様</a:t>
            </a:r>
          </a:p>
        </p:txBody>
      </p:sp>
      <p:cxnSp>
        <p:nvCxnSpPr>
          <p:cNvPr id="18" name="直線コネクタ 17">
            <a:extLst>
              <a:ext uri="{FF2B5EF4-FFF2-40B4-BE49-F238E27FC236}">
                <a16:creationId xmlns:a16="http://schemas.microsoft.com/office/drawing/2014/main" id="{DE30F4C2-4F98-EC68-F455-70AFA2F6243A}"/>
              </a:ext>
            </a:extLst>
          </p:cNvPr>
          <p:cNvCxnSpPr/>
          <p:nvPr/>
        </p:nvCxnSpPr>
        <p:spPr>
          <a:xfrm>
            <a:off x="702469" y="5915025"/>
            <a:ext cx="5486400" cy="0"/>
          </a:xfrm>
          <a:prstGeom prst="line">
            <a:avLst/>
          </a:prstGeom>
          <a:ln w="34925">
            <a:gradFill flip="none" rotWithShape="1">
              <a:gsLst>
                <a:gs pos="0">
                  <a:schemeClr val="accent1">
                    <a:lumMod val="5000"/>
                    <a:lumOff val="95000"/>
                  </a:schemeClr>
                </a:gs>
                <a:gs pos="100000">
                  <a:schemeClr val="bg1">
                    <a:alpha val="10324"/>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89C127CA-5869-F4DF-F73E-802C22D3E7E8}"/>
              </a:ext>
            </a:extLst>
          </p:cNvPr>
          <p:cNvPicPr>
            <a:picLocks noChangeAspect="1"/>
          </p:cNvPicPr>
          <p:nvPr/>
        </p:nvPicPr>
        <p:blipFill>
          <a:blip r:embed="rId6"/>
          <a:stretch>
            <a:fillRect/>
          </a:stretch>
        </p:blipFill>
        <p:spPr>
          <a:xfrm>
            <a:off x="314194" y="3315975"/>
            <a:ext cx="2237349" cy="616081"/>
          </a:xfrm>
          <a:prstGeom prst="rect">
            <a:avLst/>
          </a:prstGeom>
        </p:spPr>
      </p:pic>
    </p:spTree>
    <p:extLst>
      <p:ext uri="{BB962C8B-B14F-4D97-AF65-F5344CB8AC3E}">
        <p14:creationId xmlns:p14="http://schemas.microsoft.com/office/powerpoint/2010/main" val="2664916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object 52"/>
          <p:cNvSpPr/>
          <p:nvPr/>
        </p:nvSpPr>
        <p:spPr>
          <a:xfrm>
            <a:off x="1912398" y="553468"/>
            <a:ext cx="42545" cy="297180"/>
          </a:xfrm>
          <a:custGeom>
            <a:avLst/>
            <a:gdLst/>
            <a:ahLst/>
            <a:cxnLst/>
            <a:rect l="l" t="t" r="r" b="b"/>
            <a:pathLst>
              <a:path w="42545" h="297180">
                <a:moveTo>
                  <a:pt x="42405" y="0"/>
                </a:moveTo>
                <a:lnTo>
                  <a:pt x="0" y="0"/>
                </a:lnTo>
                <a:lnTo>
                  <a:pt x="0" y="297116"/>
                </a:lnTo>
                <a:lnTo>
                  <a:pt x="42405" y="297116"/>
                </a:lnTo>
                <a:lnTo>
                  <a:pt x="42405" y="0"/>
                </a:lnTo>
                <a:close/>
              </a:path>
            </a:pathLst>
          </a:custGeom>
          <a:solidFill>
            <a:srgbClr val="002060"/>
          </a:solidFill>
        </p:spPr>
        <p:txBody>
          <a:bodyPr wrap="square" lIns="0" tIns="0" rIns="0" bIns="0" rtlCol="0"/>
          <a:lstStyle/>
          <a:p>
            <a:endParaRPr>
              <a:latin typeface="BIZ UDPゴシック" panose="020B0400000000000000" pitchFamily="50" charset="-128"/>
              <a:ea typeface="BIZ UDPゴシック" panose="020B0400000000000000" pitchFamily="50" charset="-128"/>
            </a:endParaRPr>
          </a:p>
        </p:txBody>
      </p:sp>
      <p:sp>
        <p:nvSpPr>
          <p:cNvPr id="19" name="object 6">
            <a:extLst>
              <a:ext uri="{FF2B5EF4-FFF2-40B4-BE49-F238E27FC236}">
                <a16:creationId xmlns:a16="http://schemas.microsoft.com/office/drawing/2014/main" id="{14B87659-17CF-F6D5-5502-4BB0434CBE47}"/>
              </a:ext>
            </a:extLst>
          </p:cNvPr>
          <p:cNvSpPr txBox="1">
            <a:spLocks/>
          </p:cNvSpPr>
          <p:nvPr/>
        </p:nvSpPr>
        <p:spPr>
          <a:xfrm>
            <a:off x="2148706" y="490649"/>
            <a:ext cx="11497766" cy="382156"/>
          </a:xfrm>
          <a:prstGeom prst="rect">
            <a:avLst/>
          </a:prstGeom>
        </p:spPr>
        <p:txBody>
          <a:bodyPr vert="horz" wrap="square" lIns="0" tIns="12700" rIns="0" bIns="0" rtlCol="0">
            <a:spAutoFit/>
          </a:bodyPr>
          <a:lstStyle>
            <a:lvl1pPr>
              <a:defRPr sz="2500" b="1" i="0">
                <a:solidFill>
                  <a:srgbClr val="002034"/>
                </a:solidFill>
                <a:latin typeface="Microsoft YaHei"/>
                <a:ea typeface="+mj-ea"/>
                <a:cs typeface="Microsoft YaHei"/>
              </a:defRPr>
            </a:lvl1pPr>
          </a:lstStyle>
          <a:p>
            <a:pPr marL="12065">
              <a:spcBef>
                <a:spcPts val="100"/>
              </a:spcBef>
            </a:pPr>
            <a:r>
              <a:rPr lang="en-US" altLang="ja-JP" sz="2400" spc="-10">
                <a:latin typeface="BIZ UDPゴシック" panose="020B0400000000000000" pitchFamily="50" charset="-128"/>
                <a:ea typeface="BIZ UDPゴシック" panose="020B0400000000000000" pitchFamily="50" charset="-128"/>
                <a:cs typeface="Century Gothic"/>
              </a:rPr>
              <a:t>SECTION</a:t>
            </a:r>
            <a:r>
              <a:rPr lang="ja-JP" altLang="en-US" sz="2400" spc="-10">
                <a:latin typeface="BIZ UDPゴシック" panose="020B0400000000000000" pitchFamily="50" charset="-128"/>
                <a:ea typeface="BIZ UDPゴシック" panose="020B0400000000000000" pitchFamily="50" charset="-128"/>
                <a:cs typeface="Century Gothic"/>
              </a:rPr>
              <a:t>　</a:t>
            </a:r>
            <a:r>
              <a:rPr lang="ja-JP" altLang="en-US" sz="2400" spc="-10" dirty="0">
                <a:latin typeface="BIZ UDPゴシック" panose="020B0400000000000000" pitchFamily="50" charset="-128"/>
                <a:ea typeface="BIZ UDPゴシック" panose="020B0400000000000000" pitchFamily="50" charset="-128"/>
                <a:cs typeface="Century Gothic"/>
              </a:rPr>
              <a:t>水耕事業</a:t>
            </a:r>
            <a:r>
              <a:rPr lang="en-US" altLang="ja-JP" sz="2400" spc="-10" dirty="0">
                <a:latin typeface="BIZ UDPゴシック" panose="020B0400000000000000" pitchFamily="50" charset="-128"/>
                <a:ea typeface="BIZ UDPゴシック" panose="020B0400000000000000" pitchFamily="50" charset="-128"/>
                <a:cs typeface="Century Gothic"/>
              </a:rPr>
              <a:t>_</a:t>
            </a:r>
            <a:r>
              <a:rPr lang="ja-JP" altLang="en-US" sz="2400" spc="-10" dirty="0">
                <a:latin typeface="BIZ UDPゴシック" panose="020B0400000000000000" pitchFamily="50" charset="-128"/>
                <a:ea typeface="BIZ UDPゴシック" panose="020B0400000000000000" pitchFamily="50" charset="-128"/>
                <a:cs typeface="Century Gothic"/>
              </a:rPr>
              <a:t>業務効率化</a:t>
            </a:r>
            <a:r>
              <a:rPr lang="en-US" altLang="ja-JP" sz="2400" spc="-10" dirty="0">
                <a:latin typeface="BIZ UDPゴシック" panose="020B0400000000000000" pitchFamily="50" charset="-128"/>
                <a:ea typeface="BIZ UDPゴシック" panose="020B0400000000000000" pitchFamily="50" charset="-128"/>
                <a:cs typeface="Century Gothic"/>
              </a:rPr>
              <a:t>_</a:t>
            </a:r>
            <a:r>
              <a:rPr lang="ja-JP" altLang="en-US" sz="2400" spc="-10" dirty="0">
                <a:latin typeface="BIZ UDPゴシック" panose="020B0400000000000000" pitchFamily="50" charset="-128"/>
                <a:ea typeface="BIZ UDPゴシック" panose="020B0400000000000000" pitchFamily="50" charset="-128"/>
                <a:cs typeface="Century Gothic"/>
              </a:rPr>
              <a:t>自動化に向けて</a:t>
            </a:r>
            <a:endParaRPr lang="ja-JP" altLang="en-US" sz="2400" spc="-10" dirty="0">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5F66F2CC-27DD-F7E4-44D4-052870F8D384}"/>
              </a:ext>
            </a:extLst>
          </p:cNvPr>
          <p:cNvSpPr/>
          <p:nvPr/>
        </p:nvSpPr>
        <p:spPr>
          <a:xfrm>
            <a:off x="1912397" y="943193"/>
            <a:ext cx="6791072" cy="4572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kumimoji="1" lang="ja-JP" altLang="en-US" dirty="0">
                <a:latin typeface="BIZ UDPゴシック" panose="020B0400000000000000" pitchFamily="50" charset="-128"/>
                <a:ea typeface="BIZ UDPゴシック" panose="020B0400000000000000" pitchFamily="50" charset="-128"/>
              </a:rPr>
              <a:t>システム自動化</a:t>
            </a:r>
            <a:r>
              <a:rPr kumimoji="1" lang="ja-JP" altLang="en-US">
                <a:latin typeface="BIZ UDPゴシック" panose="020B0400000000000000" pitchFamily="50" charset="-128"/>
                <a:ea typeface="BIZ UDPゴシック" panose="020B0400000000000000" pitchFamily="50" charset="-128"/>
              </a:rPr>
              <a:t>に関して</a:t>
            </a:r>
            <a:endParaRPr kumimoji="1" lang="ja-JP" altLang="en-US" dirty="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A8162519-F2AE-BA12-0991-5BB5659DF9D8}"/>
              </a:ext>
            </a:extLst>
          </p:cNvPr>
          <p:cNvSpPr/>
          <p:nvPr/>
        </p:nvSpPr>
        <p:spPr>
          <a:xfrm>
            <a:off x="550069" y="2453552"/>
            <a:ext cx="5562600" cy="41897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627063" lvl="1" indent="-285750" algn="l">
              <a:buFont typeface="Arial" panose="020B0604020202020204" pitchFamily="34" charset="0"/>
              <a:buChar char="•"/>
            </a:pPr>
            <a:r>
              <a:rPr lang="ja-JP" altLang="en-US" sz="1600" b="0" i="0" dirty="0">
                <a:solidFill>
                  <a:srgbClr val="404544"/>
                </a:solidFill>
                <a:effectLst/>
                <a:latin typeface="TBUDゴシック R"/>
              </a:rPr>
              <a:t>専属の社員がいない関係で管理などをできる限り簡潔にしたい</a:t>
            </a:r>
            <a:endParaRPr lang="en-US" altLang="ja-JP" sz="1600" b="0" i="0" dirty="0">
              <a:solidFill>
                <a:srgbClr val="404544"/>
              </a:solidFill>
              <a:effectLst/>
              <a:latin typeface="TBUDゴシック R"/>
            </a:endParaRPr>
          </a:p>
          <a:p>
            <a:pPr marL="985838" lvl="1" indent="-285750" algn="l">
              <a:buFont typeface="Wingdings" panose="05000000000000000000" pitchFamily="2" charset="2"/>
              <a:buChar char="ü"/>
            </a:pPr>
            <a:r>
              <a:rPr lang="ja-JP" altLang="en-US" sz="1600" dirty="0">
                <a:solidFill>
                  <a:srgbClr val="404544"/>
                </a:solidFill>
                <a:latin typeface="TBUDゴシック R"/>
              </a:rPr>
              <a:t>シフト管理機能</a:t>
            </a:r>
            <a:endParaRPr lang="en-US" altLang="ja-JP" sz="1600" dirty="0">
              <a:solidFill>
                <a:srgbClr val="404544"/>
              </a:solidFill>
              <a:latin typeface="TBUDゴシック R"/>
            </a:endParaRPr>
          </a:p>
          <a:p>
            <a:pPr marL="985838" lvl="1" indent="-285750" algn="l">
              <a:buFont typeface="Wingdings" panose="05000000000000000000" pitchFamily="2" charset="2"/>
              <a:buChar char="ü"/>
            </a:pPr>
            <a:r>
              <a:rPr lang="ja-JP" altLang="en-US" sz="1600" dirty="0">
                <a:solidFill>
                  <a:srgbClr val="404544"/>
                </a:solidFill>
                <a:latin typeface="TBUDゴシック R"/>
              </a:rPr>
              <a:t>栽培計画</a:t>
            </a:r>
            <a:endParaRPr lang="en-US" altLang="ja-JP" sz="1600" dirty="0">
              <a:solidFill>
                <a:srgbClr val="404544"/>
              </a:solidFill>
              <a:latin typeface="TBUDゴシック R"/>
            </a:endParaRPr>
          </a:p>
          <a:p>
            <a:pPr marL="1162050" lvl="1" indent="-285750" algn="l">
              <a:buFont typeface="Wingdings" panose="05000000000000000000" pitchFamily="2" charset="2"/>
              <a:buChar char="Ø"/>
            </a:pPr>
            <a:r>
              <a:rPr lang="ja-JP" altLang="en-US" sz="1600" dirty="0">
                <a:solidFill>
                  <a:srgbClr val="404544"/>
                </a:solidFill>
                <a:latin typeface="TBUDゴシック R"/>
              </a:rPr>
              <a:t>棚などのレイアウトを自由に決められて管理ができる</a:t>
            </a:r>
            <a:endParaRPr lang="en-US" altLang="ja-JP" sz="1600" dirty="0">
              <a:solidFill>
                <a:srgbClr val="404544"/>
              </a:solidFill>
              <a:latin typeface="TBUDゴシック R"/>
            </a:endParaRPr>
          </a:p>
          <a:p>
            <a:pPr marL="985838" lvl="1" indent="-285750" algn="l">
              <a:buFont typeface="Wingdings" panose="05000000000000000000" pitchFamily="2" charset="2"/>
              <a:buChar char="ü"/>
            </a:pPr>
            <a:r>
              <a:rPr lang="ja-JP" altLang="en-US" sz="1600" dirty="0">
                <a:solidFill>
                  <a:srgbClr val="404544"/>
                </a:solidFill>
                <a:latin typeface="TBUDゴシック R"/>
              </a:rPr>
              <a:t>発注管理</a:t>
            </a:r>
            <a:endParaRPr lang="en-US" altLang="ja-JP" sz="1600" dirty="0">
              <a:solidFill>
                <a:srgbClr val="404544"/>
              </a:solidFill>
              <a:latin typeface="TBUDゴシック R"/>
            </a:endParaRPr>
          </a:p>
          <a:p>
            <a:pPr marL="1162050" lvl="1" indent="-285750" algn="l">
              <a:buFont typeface="Wingdings" panose="05000000000000000000" pitchFamily="2" charset="2"/>
              <a:buChar char="Ø"/>
            </a:pPr>
            <a:r>
              <a:rPr lang="ja-JP" altLang="en-US" sz="1600" dirty="0">
                <a:solidFill>
                  <a:srgbClr val="404544"/>
                </a:solidFill>
                <a:latin typeface="TBUDゴシック R"/>
              </a:rPr>
              <a:t>在庫数、発注先</a:t>
            </a:r>
            <a:r>
              <a:rPr lang="en-US" altLang="ja-JP" sz="1600" dirty="0">
                <a:solidFill>
                  <a:srgbClr val="404544"/>
                </a:solidFill>
                <a:latin typeface="TBUDゴシック R"/>
              </a:rPr>
              <a:t>URL,</a:t>
            </a:r>
            <a:r>
              <a:rPr lang="ja-JP" altLang="en-US" sz="1600" dirty="0">
                <a:solidFill>
                  <a:srgbClr val="404544"/>
                </a:solidFill>
                <a:latin typeface="TBUDゴシック R"/>
              </a:rPr>
              <a:t>入庫して数量を増やせるなど</a:t>
            </a:r>
            <a:endParaRPr lang="en-US" altLang="ja-JP" sz="1600" dirty="0">
              <a:solidFill>
                <a:srgbClr val="404544"/>
              </a:solidFill>
              <a:latin typeface="TBUDゴシック R"/>
            </a:endParaRPr>
          </a:p>
          <a:p>
            <a:pPr marL="985838" lvl="1" indent="-285750" algn="l">
              <a:buFont typeface="Wingdings" panose="05000000000000000000" pitchFamily="2" charset="2"/>
              <a:buChar char="ü"/>
            </a:pPr>
            <a:r>
              <a:rPr lang="ja-JP" altLang="en-US" sz="1600" dirty="0">
                <a:solidFill>
                  <a:srgbClr val="404544"/>
                </a:solidFill>
                <a:latin typeface="TBUDゴシック R"/>
              </a:rPr>
              <a:t>受注計画</a:t>
            </a:r>
            <a:endParaRPr lang="en-US" altLang="ja-JP" sz="1600" dirty="0">
              <a:solidFill>
                <a:srgbClr val="404544"/>
              </a:solidFill>
              <a:latin typeface="TBUDゴシック R"/>
            </a:endParaRPr>
          </a:p>
          <a:p>
            <a:pPr marL="1162050" lvl="1" indent="-285750" algn="l">
              <a:buFont typeface="Wingdings" panose="05000000000000000000" pitchFamily="2" charset="2"/>
              <a:buChar char="Ø"/>
            </a:pPr>
            <a:r>
              <a:rPr lang="ja-JP" altLang="en-US" sz="1600" dirty="0">
                <a:solidFill>
                  <a:srgbClr val="404544"/>
                </a:solidFill>
                <a:latin typeface="TBUDゴシック R"/>
              </a:rPr>
              <a:t>納品先、数量、栽培したものをどこに会社にいつ納品するか</a:t>
            </a:r>
          </a:p>
          <a:p>
            <a:pPr marL="985838" lvl="1" indent="-285750" algn="l">
              <a:buFont typeface="Wingdings" panose="05000000000000000000" pitchFamily="2" charset="2"/>
              <a:buChar char="ü"/>
            </a:pPr>
            <a:r>
              <a:rPr lang="ja-JP" altLang="en-US" sz="1600" dirty="0">
                <a:solidFill>
                  <a:srgbClr val="404544"/>
                </a:solidFill>
                <a:latin typeface="TBUDゴシック R"/>
              </a:rPr>
              <a:t>品質管理</a:t>
            </a:r>
            <a:r>
              <a:rPr lang="en-US" altLang="ja-JP" sz="1600" dirty="0">
                <a:solidFill>
                  <a:srgbClr val="404544"/>
                </a:solidFill>
                <a:latin typeface="TBUDゴシック R"/>
              </a:rPr>
              <a:t>-</a:t>
            </a:r>
            <a:r>
              <a:rPr lang="ja-JP" altLang="en-US" sz="1600" dirty="0">
                <a:solidFill>
                  <a:srgbClr val="404544"/>
                </a:solidFill>
                <a:latin typeface="TBUDゴシック R"/>
              </a:rPr>
              <a:t>検査結果の保持、栽培したものの写真を残す</a:t>
            </a:r>
            <a:endParaRPr lang="en-US" altLang="ja-JP" sz="1600" dirty="0">
              <a:solidFill>
                <a:srgbClr val="404544"/>
              </a:solidFill>
              <a:latin typeface="TBUDゴシック R"/>
            </a:endParaRPr>
          </a:p>
        </p:txBody>
      </p:sp>
      <p:grpSp>
        <p:nvGrpSpPr>
          <p:cNvPr id="5" name="グループ化 4">
            <a:extLst>
              <a:ext uri="{FF2B5EF4-FFF2-40B4-BE49-F238E27FC236}">
                <a16:creationId xmlns:a16="http://schemas.microsoft.com/office/drawing/2014/main" id="{B0F906C5-B7AA-C07E-CC1D-6376A5AA748B}"/>
              </a:ext>
            </a:extLst>
          </p:cNvPr>
          <p:cNvGrpSpPr/>
          <p:nvPr/>
        </p:nvGrpSpPr>
        <p:grpSpPr>
          <a:xfrm>
            <a:off x="550069" y="2105025"/>
            <a:ext cx="5562600" cy="4572000"/>
            <a:chOff x="550069" y="2105025"/>
            <a:chExt cx="5715000" cy="4495800"/>
          </a:xfrm>
        </p:grpSpPr>
        <p:sp>
          <p:nvSpPr>
            <p:cNvPr id="6" name="正方形/長方形 5">
              <a:extLst>
                <a:ext uri="{FF2B5EF4-FFF2-40B4-BE49-F238E27FC236}">
                  <a16:creationId xmlns:a16="http://schemas.microsoft.com/office/drawing/2014/main" id="{BCD9D19D-F8FA-A611-5D0C-39D16D0AFE37}"/>
                </a:ext>
              </a:extLst>
            </p:cNvPr>
            <p:cNvSpPr/>
            <p:nvPr/>
          </p:nvSpPr>
          <p:spPr>
            <a:xfrm>
              <a:off x="550069" y="2105025"/>
              <a:ext cx="5715000" cy="4495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2BFFFDA0-75E9-29D9-BA94-A205C88B0EB9}"/>
                </a:ext>
              </a:extLst>
            </p:cNvPr>
            <p:cNvSpPr/>
            <p:nvPr/>
          </p:nvSpPr>
          <p:spPr>
            <a:xfrm>
              <a:off x="550069" y="2105026"/>
              <a:ext cx="5715000" cy="34747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課題</a:t>
              </a:r>
              <a:endParaRPr lang="en-US" dirty="0">
                <a:latin typeface="BIZ UDPゴシック" panose="020B0400000000000000" pitchFamily="50" charset="-128"/>
                <a:ea typeface="BIZ UDPゴシック" panose="020B0400000000000000" pitchFamily="50" charset="-128"/>
              </a:endParaRPr>
            </a:p>
          </p:txBody>
        </p:sp>
      </p:grpSp>
      <p:grpSp>
        <p:nvGrpSpPr>
          <p:cNvPr id="8" name="グループ化 7">
            <a:extLst>
              <a:ext uri="{FF2B5EF4-FFF2-40B4-BE49-F238E27FC236}">
                <a16:creationId xmlns:a16="http://schemas.microsoft.com/office/drawing/2014/main" id="{757115FC-DB93-EEEB-58D4-17801976C567}"/>
              </a:ext>
            </a:extLst>
          </p:cNvPr>
          <p:cNvGrpSpPr/>
          <p:nvPr/>
        </p:nvGrpSpPr>
        <p:grpSpPr>
          <a:xfrm>
            <a:off x="7179469" y="2127768"/>
            <a:ext cx="5562600" cy="4572000"/>
            <a:chOff x="550069" y="2105025"/>
            <a:chExt cx="5715000" cy="4495800"/>
          </a:xfrm>
        </p:grpSpPr>
        <p:sp>
          <p:nvSpPr>
            <p:cNvPr id="9" name="正方形/長方形 8">
              <a:extLst>
                <a:ext uri="{FF2B5EF4-FFF2-40B4-BE49-F238E27FC236}">
                  <a16:creationId xmlns:a16="http://schemas.microsoft.com/office/drawing/2014/main" id="{3E3FA26F-A805-EDB3-8828-9B6B0FE30328}"/>
                </a:ext>
              </a:extLst>
            </p:cNvPr>
            <p:cNvSpPr/>
            <p:nvPr/>
          </p:nvSpPr>
          <p:spPr>
            <a:xfrm>
              <a:off x="550069" y="2105025"/>
              <a:ext cx="5715000" cy="4495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BC5E6DE8-2238-2CDC-CD5C-6AFAFA876870}"/>
                </a:ext>
              </a:extLst>
            </p:cNvPr>
            <p:cNvSpPr/>
            <p:nvPr/>
          </p:nvSpPr>
          <p:spPr>
            <a:xfrm>
              <a:off x="550069" y="2105025"/>
              <a:ext cx="5715000" cy="347479"/>
            </a:xfrm>
            <a:prstGeom prst="rect">
              <a:avLst/>
            </a:prstGeom>
            <a:solidFill>
              <a:srgbClr val="19CE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状況</a:t>
              </a:r>
              <a:r>
                <a:rPr lang="en-US" altLang="ja-JP" dirty="0">
                  <a:latin typeface="BIZ UDPゴシック" panose="020B0400000000000000" pitchFamily="50" charset="-128"/>
                  <a:ea typeface="BIZ UDPゴシック" panose="020B0400000000000000" pitchFamily="50" charset="-128"/>
                </a:rPr>
                <a:t>(</a:t>
              </a:r>
              <a:r>
                <a:rPr lang="ja-JP" altLang="en-US" dirty="0">
                  <a:latin typeface="BIZ UDPゴシック" panose="020B0400000000000000" pitchFamily="50" charset="-128"/>
                  <a:ea typeface="BIZ UDPゴシック" panose="020B0400000000000000" pitchFamily="50" charset="-128"/>
                </a:rPr>
                <a:t>見通し</a:t>
              </a:r>
              <a:r>
                <a:rPr lang="en-US" altLang="ja-JP" dirty="0">
                  <a:latin typeface="BIZ UDPゴシック" panose="020B0400000000000000" pitchFamily="50" charset="-128"/>
                  <a:ea typeface="BIZ UDPゴシック" panose="020B0400000000000000" pitchFamily="50" charset="-128"/>
                </a:rPr>
                <a:t>)</a:t>
              </a:r>
              <a:endParaRPr lang="en-US" dirty="0">
                <a:latin typeface="BIZ UDPゴシック" panose="020B0400000000000000" pitchFamily="50" charset="-128"/>
                <a:ea typeface="BIZ UDPゴシック" panose="020B0400000000000000" pitchFamily="50" charset="-128"/>
              </a:endParaRPr>
            </a:p>
          </p:txBody>
        </p:sp>
      </p:grpSp>
      <p:sp>
        <p:nvSpPr>
          <p:cNvPr id="12" name="矢印: 右 11">
            <a:extLst>
              <a:ext uri="{FF2B5EF4-FFF2-40B4-BE49-F238E27FC236}">
                <a16:creationId xmlns:a16="http://schemas.microsoft.com/office/drawing/2014/main" id="{270C9B55-6CAF-0934-1041-22CE2A8E2F46}"/>
              </a:ext>
            </a:extLst>
          </p:cNvPr>
          <p:cNvSpPr/>
          <p:nvPr/>
        </p:nvSpPr>
        <p:spPr>
          <a:xfrm>
            <a:off x="6357938" y="4165509"/>
            <a:ext cx="609600" cy="457200"/>
          </a:xfrm>
          <a:prstGeom prst="rightArrow">
            <a:avLst/>
          </a:prstGeom>
          <a:solidFill>
            <a:srgbClr val="19CE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C65675A1-1B52-D9E6-845E-6343212468A4}"/>
              </a:ext>
            </a:extLst>
          </p:cNvPr>
          <p:cNvSpPr/>
          <p:nvPr/>
        </p:nvSpPr>
        <p:spPr>
          <a:xfrm>
            <a:off x="576069" y="1485096"/>
            <a:ext cx="12192000" cy="55036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ja-JP" altLang="en-US" dirty="0">
                <a:solidFill>
                  <a:schemeClr val="tx1"/>
                </a:solidFill>
              </a:rPr>
              <a:t>今後組織拡大における貸与デバイス管理を中央管理することによってデータ流出や業務外アプリの制御などを通じてより情報統制を組織として図っていく</a:t>
            </a:r>
            <a:endParaRPr lang="en-US" dirty="0">
              <a:solidFill>
                <a:schemeClr val="tx1"/>
              </a:solidFill>
            </a:endParaRPr>
          </a:p>
        </p:txBody>
      </p:sp>
      <p:sp>
        <p:nvSpPr>
          <p:cNvPr id="14" name="正方形/長方形 13">
            <a:extLst>
              <a:ext uri="{FF2B5EF4-FFF2-40B4-BE49-F238E27FC236}">
                <a16:creationId xmlns:a16="http://schemas.microsoft.com/office/drawing/2014/main" id="{7CC0BAD7-0CA5-FB07-72D1-6E09F925194D}"/>
              </a:ext>
            </a:extLst>
          </p:cNvPr>
          <p:cNvSpPr/>
          <p:nvPr/>
        </p:nvSpPr>
        <p:spPr>
          <a:xfrm>
            <a:off x="7179469" y="2481136"/>
            <a:ext cx="5562600" cy="35862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ja-JP" altLang="en-US" sz="1600" dirty="0">
                <a:solidFill>
                  <a:schemeClr val="tx1"/>
                </a:solidFill>
              </a:rPr>
              <a:t>今後について</a:t>
            </a:r>
            <a:r>
              <a:rPr lang="en-US" altLang="ja-JP" sz="1600" dirty="0">
                <a:solidFill>
                  <a:schemeClr val="tx1"/>
                </a:solidFill>
              </a:rPr>
              <a:t>(</a:t>
            </a:r>
            <a:r>
              <a:rPr lang="ja-JP" altLang="en-US" sz="1600" dirty="0">
                <a:solidFill>
                  <a:schemeClr val="tx1"/>
                </a:solidFill>
              </a:rPr>
              <a:t>要件の見直し</a:t>
            </a:r>
            <a:r>
              <a:rPr lang="en-US" altLang="ja-JP" sz="1600" dirty="0">
                <a:solidFill>
                  <a:schemeClr val="tx1"/>
                </a:solidFill>
              </a:rPr>
              <a:t>)</a:t>
            </a:r>
          </a:p>
          <a:p>
            <a:pPr marL="285750" indent="-285750" algn="l">
              <a:buFont typeface="Arial" panose="020B0604020202020204" pitchFamily="34" charset="0"/>
              <a:buChar char="•"/>
            </a:pPr>
            <a:r>
              <a:rPr lang="ja-JP" altLang="en-US" sz="1600" dirty="0">
                <a:solidFill>
                  <a:schemeClr val="tx1"/>
                </a:solidFill>
              </a:rPr>
              <a:t>フル活動に向けてオペレーションを整理しつつ、自動化できる部分はシステム化を図る</a:t>
            </a:r>
            <a:endParaRPr lang="en-US" altLang="ja-JP" sz="1600" dirty="0">
              <a:solidFill>
                <a:schemeClr val="tx1"/>
              </a:solidFill>
            </a:endParaRPr>
          </a:p>
          <a:p>
            <a:pPr marL="285750" indent="-285750" algn="l">
              <a:buFont typeface="Arial" panose="020B0604020202020204" pitchFamily="34" charset="0"/>
              <a:buChar char="•"/>
            </a:pPr>
            <a:r>
              <a:rPr lang="ja-JP" altLang="en-US" sz="1600" dirty="0">
                <a:solidFill>
                  <a:schemeClr val="tx1"/>
                </a:solidFill>
              </a:rPr>
              <a:t>費用の面もあり、個別アプリを導入するよりかは自由にできる、カスタマイズもでき最適化できる</a:t>
            </a:r>
            <a:endParaRPr lang="en-US" altLang="ja-JP" sz="1600" dirty="0">
              <a:solidFill>
                <a:schemeClr val="tx1"/>
              </a:solidFill>
            </a:endParaRPr>
          </a:p>
          <a:p>
            <a:pPr marL="285750" indent="-285750" algn="l">
              <a:buFont typeface="Arial" panose="020B0604020202020204" pitchFamily="34" charset="0"/>
              <a:buChar char="•"/>
            </a:pPr>
            <a:r>
              <a:rPr lang="ja-JP" altLang="en-US" sz="1600" dirty="0">
                <a:solidFill>
                  <a:schemeClr val="tx1"/>
                </a:solidFill>
              </a:rPr>
              <a:t>システム開発に入る前に基本機能や画面を作成し、イメージを固める</a:t>
            </a:r>
            <a:endParaRPr lang="en-US" altLang="ja-JP" sz="1600" dirty="0">
              <a:solidFill>
                <a:schemeClr val="tx1"/>
              </a:solidFill>
            </a:endParaRPr>
          </a:p>
        </p:txBody>
      </p:sp>
    </p:spTree>
    <p:extLst>
      <p:ext uri="{BB962C8B-B14F-4D97-AF65-F5344CB8AC3E}">
        <p14:creationId xmlns:p14="http://schemas.microsoft.com/office/powerpoint/2010/main" val="4037033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1EE6-5FE0-9273-18C4-323893DF02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0884AB-B118-D52D-7B97-EC9E4A76938B}"/>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pic>
        <p:nvPicPr>
          <p:cNvPr id="7" name="コンテンツ プレースホルダー 6">
            <a:extLst>
              <a:ext uri="{FF2B5EF4-FFF2-40B4-BE49-F238E27FC236}">
                <a16:creationId xmlns:a16="http://schemas.microsoft.com/office/drawing/2014/main" id="{555B4666-0567-36E9-AF21-4ECC4395C6F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305439" y="1739900"/>
            <a:ext cx="580497" cy="276225"/>
          </a:xfrm>
        </p:spPr>
      </p:pic>
      <p:pic>
        <p:nvPicPr>
          <p:cNvPr id="9" name="コンテンツ プレースホルダー 8">
            <a:extLst>
              <a:ext uri="{FF2B5EF4-FFF2-40B4-BE49-F238E27FC236}">
                <a16:creationId xmlns:a16="http://schemas.microsoft.com/office/drawing/2014/main" id="{9F79F982-9920-0A0F-9E76-BF4B1DFDB16D}"/>
              </a:ext>
            </a:extLst>
          </p:cNvPr>
          <p:cNvPicPr>
            <a:picLocks noGrp="1" noChangeAspect="1"/>
          </p:cNvPicPr>
          <p:nvPr>
            <p:ph sz="half" idx="3"/>
          </p:nvPr>
        </p:nvPicPr>
        <p:blipFill>
          <a:blip r:embed="rId3">
            <a:extLst>
              <a:ext uri="{28A0092B-C50C-407E-A947-70E740481C1C}">
                <a14:useLocalDpi xmlns:a14="http://schemas.microsoft.com/office/drawing/2010/main" val="0"/>
              </a:ext>
            </a:extLst>
          </a:blip>
          <a:stretch>
            <a:fillRect/>
          </a:stretch>
        </p:blipFill>
        <p:spPr>
          <a:xfrm>
            <a:off x="9558601" y="1739900"/>
            <a:ext cx="580497" cy="276225"/>
          </a:xfrm>
        </p:spPr>
      </p:pic>
      <p:pic>
        <p:nvPicPr>
          <p:cNvPr id="13" name="図 12">
            <a:extLst>
              <a:ext uri="{FF2B5EF4-FFF2-40B4-BE49-F238E27FC236}">
                <a16:creationId xmlns:a16="http://schemas.microsoft.com/office/drawing/2014/main" id="{B18AE6D5-11CA-D6F6-5A4F-CCDEB52B22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869" y="820094"/>
            <a:ext cx="12655644" cy="6022085"/>
          </a:xfrm>
          <a:prstGeom prst="rect">
            <a:avLst/>
          </a:prstGeom>
        </p:spPr>
      </p:pic>
    </p:spTree>
    <p:extLst>
      <p:ext uri="{BB962C8B-B14F-4D97-AF65-F5344CB8AC3E}">
        <p14:creationId xmlns:p14="http://schemas.microsoft.com/office/powerpoint/2010/main" val="3510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235B-3251-1883-1293-48162218D7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D41270-5B57-828B-DB39-480DDFC236F0}"/>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pic>
        <p:nvPicPr>
          <p:cNvPr id="6" name="図 5">
            <a:extLst>
              <a:ext uri="{FF2B5EF4-FFF2-40B4-BE49-F238E27FC236}">
                <a16:creationId xmlns:a16="http://schemas.microsoft.com/office/drawing/2014/main" id="{5B5B50EC-EDC1-4632-13C7-F302067AEA61}"/>
              </a:ext>
            </a:extLst>
          </p:cNvPr>
          <p:cNvPicPr>
            <a:picLocks noChangeAspect="1"/>
          </p:cNvPicPr>
          <p:nvPr/>
        </p:nvPicPr>
        <p:blipFill>
          <a:blip r:embed="rId2"/>
          <a:srcRect l="1725" t="2283" r="1273" b="1830"/>
          <a:stretch/>
        </p:blipFill>
        <p:spPr>
          <a:xfrm>
            <a:off x="1388269" y="1038225"/>
            <a:ext cx="10141857" cy="4953000"/>
          </a:xfrm>
          <a:prstGeom prst="rect">
            <a:avLst/>
          </a:prstGeom>
        </p:spPr>
      </p:pic>
    </p:spTree>
    <p:extLst>
      <p:ext uri="{BB962C8B-B14F-4D97-AF65-F5344CB8AC3E}">
        <p14:creationId xmlns:p14="http://schemas.microsoft.com/office/powerpoint/2010/main" val="1402768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5151-AB34-5513-2D40-2C6A0A5DD2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2B8208-188B-CAED-EAED-E54F0C2BEF40}"/>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A2647F0D-96CF-2B6D-3222-F6BF26679CC7}"/>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19EB8EEA-DE5E-EDD4-9463-F9796BAE34F5}"/>
              </a:ext>
            </a:extLst>
          </p:cNvPr>
          <p:cNvSpPr>
            <a:spLocks noGrp="1"/>
          </p:cNvSpPr>
          <p:nvPr>
            <p:ph sz="half" idx="3"/>
          </p:nvPr>
        </p:nvSpPr>
        <p:spPr/>
        <p:txBody>
          <a:bodyPr/>
          <a:lstStyle/>
          <a:p>
            <a:endParaRPr lang="en-US"/>
          </a:p>
        </p:txBody>
      </p:sp>
      <p:pic>
        <p:nvPicPr>
          <p:cNvPr id="17" name="図 16">
            <a:extLst>
              <a:ext uri="{FF2B5EF4-FFF2-40B4-BE49-F238E27FC236}">
                <a16:creationId xmlns:a16="http://schemas.microsoft.com/office/drawing/2014/main" id="{AB0FF823-F484-843C-2B61-BBF6B0DF85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034" y="858451"/>
            <a:ext cx="12384881" cy="5893245"/>
          </a:xfrm>
          <a:prstGeom prst="rect">
            <a:avLst/>
          </a:prstGeom>
        </p:spPr>
      </p:pic>
    </p:spTree>
    <p:extLst>
      <p:ext uri="{BB962C8B-B14F-4D97-AF65-F5344CB8AC3E}">
        <p14:creationId xmlns:p14="http://schemas.microsoft.com/office/powerpoint/2010/main" val="334057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9DBB-0579-47F8-7A18-4FAC515D3B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CCB352-BCDB-E239-EC81-11BAFFB41999}"/>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pic>
        <p:nvPicPr>
          <p:cNvPr id="7" name="コンテンツ プレースホルダー 6">
            <a:extLst>
              <a:ext uri="{FF2B5EF4-FFF2-40B4-BE49-F238E27FC236}">
                <a16:creationId xmlns:a16="http://schemas.microsoft.com/office/drawing/2014/main" id="{3938C7A5-C153-E101-0FBA-31EDB36082A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305439" y="1739900"/>
            <a:ext cx="580497" cy="276225"/>
          </a:xfrm>
        </p:spPr>
      </p:pic>
      <p:pic>
        <p:nvPicPr>
          <p:cNvPr id="9" name="コンテンツ プレースホルダー 8">
            <a:extLst>
              <a:ext uri="{FF2B5EF4-FFF2-40B4-BE49-F238E27FC236}">
                <a16:creationId xmlns:a16="http://schemas.microsoft.com/office/drawing/2014/main" id="{A1333A2B-BF4A-EE93-9D8E-1C9DF44EE5E2}"/>
              </a:ext>
            </a:extLst>
          </p:cNvPr>
          <p:cNvPicPr>
            <a:picLocks noGrp="1" noChangeAspect="1"/>
          </p:cNvPicPr>
          <p:nvPr>
            <p:ph sz="half" idx="3"/>
          </p:nvPr>
        </p:nvPicPr>
        <p:blipFill>
          <a:blip r:embed="rId3">
            <a:extLst>
              <a:ext uri="{28A0092B-C50C-407E-A947-70E740481C1C}">
                <a14:useLocalDpi xmlns:a14="http://schemas.microsoft.com/office/drawing/2010/main" val="0"/>
              </a:ext>
            </a:extLst>
          </a:blip>
          <a:stretch>
            <a:fillRect/>
          </a:stretch>
        </p:blipFill>
        <p:spPr>
          <a:xfrm>
            <a:off x="9558601" y="1739900"/>
            <a:ext cx="580497" cy="276225"/>
          </a:xfrm>
        </p:spPr>
      </p:pic>
      <p:pic>
        <p:nvPicPr>
          <p:cNvPr id="11" name="図 10">
            <a:extLst>
              <a:ext uri="{FF2B5EF4-FFF2-40B4-BE49-F238E27FC236}">
                <a16:creationId xmlns:a16="http://schemas.microsoft.com/office/drawing/2014/main" id="{F869EFE0-912A-00C8-C723-8CDE53FE0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408" y="842594"/>
            <a:ext cx="12352133" cy="5877662"/>
          </a:xfrm>
          <a:prstGeom prst="rect">
            <a:avLst/>
          </a:prstGeom>
        </p:spPr>
      </p:pic>
    </p:spTree>
    <p:extLst>
      <p:ext uri="{BB962C8B-B14F-4D97-AF65-F5344CB8AC3E}">
        <p14:creationId xmlns:p14="http://schemas.microsoft.com/office/powerpoint/2010/main" val="4010043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5603E-C825-080A-5A8C-E059E14388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2785E3-EF08-D26E-9187-F6DA77913494}"/>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B74B2B13-FEF1-7B50-E598-E6D703E8DA38}"/>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2B1742A6-1A0D-2B38-B632-92DB127277E6}"/>
              </a:ext>
            </a:extLst>
          </p:cNvPr>
          <p:cNvSpPr>
            <a:spLocks noGrp="1"/>
          </p:cNvSpPr>
          <p:nvPr>
            <p:ph sz="half" idx="3"/>
          </p:nvPr>
        </p:nvSpPr>
        <p:spPr/>
        <p:txBody>
          <a:bodyPr/>
          <a:lstStyle/>
          <a:p>
            <a:endParaRPr lang="en-US"/>
          </a:p>
        </p:txBody>
      </p:sp>
      <p:pic>
        <p:nvPicPr>
          <p:cNvPr id="19" name="図 18">
            <a:extLst>
              <a:ext uri="{FF2B5EF4-FFF2-40B4-BE49-F238E27FC236}">
                <a16:creationId xmlns:a16="http://schemas.microsoft.com/office/drawing/2014/main" id="{88B0C70A-3A0E-C240-9B23-5CC9EC93E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175" y="826304"/>
            <a:ext cx="12420600" cy="5910242"/>
          </a:xfrm>
          <a:prstGeom prst="rect">
            <a:avLst/>
          </a:prstGeom>
        </p:spPr>
      </p:pic>
    </p:spTree>
    <p:extLst>
      <p:ext uri="{BB962C8B-B14F-4D97-AF65-F5344CB8AC3E}">
        <p14:creationId xmlns:p14="http://schemas.microsoft.com/office/powerpoint/2010/main" val="16845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97876D-B991-B61A-1B83-66D5687495A3}"/>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74B5BB5E-B1C2-14AA-F7E3-D51CD8C882F6}"/>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D95FD472-266D-CFA6-AA26-20793CD03B18}"/>
              </a:ext>
            </a:extLst>
          </p:cNvPr>
          <p:cNvSpPr>
            <a:spLocks noGrp="1"/>
          </p:cNvSpPr>
          <p:nvPr>
            <p:ph sz="half" idx="3"/>
          </p:nvPr>
        </p:nvSpPr>
        <p:spPr/>
        <p:txBody>
          <a:bodyPr/>
          <a:lstStyle/>
          <a:p>
            <a:endParaRPr lang="en-US"/>
          </a:p>
        </p:txBody>
      </p:sp>
      <p:pic>
        <p:nvPicPr>
          <p:cNvPr id="27" name="図 26">
            <a:extLst>
              <a:ext uri="{FF2B5EF4-FFF2-40B4-BE49-F238E27FC236}">
                <a16:creationId xmlns:a16="http://schemas.microsoft.com/office/drawing/2014/main" id="{BC6A2B8E-1EC4-FF84-89A0-436D9A6D6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226" y="885825"/>
            <a:ext cx="12338922" cy="5871376"/>
          </a:xfrm>
          <a:prstGeom prst="rect">
            <a:avLst/>
          </a:prstGeom>
        </p:spPr>
      </p:pic>
    </p:spTree>
    <p:extLst>
      <p:ext uri="{BB962C8B-B14F-4D97-AF65-F5344CB8AC3E}">
        <p14:creationId xmlns:p14="http://schemas.microsoft.com/office/powerpoint/2010/main" val="1604306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D5A0-BF78-F822-A5FB-BD0FBAECD0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393242-4EB3-7286-AC33-331E26A82C0C}"/>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D18F2533-E3A2-94DD-A279-1C6C7F75DB82}"/>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770D39DE-E9F1-350D-BEE1-2E647EBC62C8}"/>
              </a:ext>
            </a:extLst>
          </p:cNvPr>
          <p:cNvSpPr>
            <a:spLocks noGrp="1"/>
          </p:cNvSpPr>
          <p:nvPr>
            <p:ph sz="half" idx="3"/>
          </p:nvPr>
        </p:nvSpPr>
        <p:spPr/>
        <p:txBody>
          <a:bodyPr/>
          <a:lstStyle/>
          <a:p>
            <a:endParaRPr lang="en-US"/>
          </a:p>
        </p:txBody>
      </p:sp>
      <p:pic>
        <p:nvPicPr>
          <p:cNvPr id="25" name="図 24">
            <a:extLst>
              <a:ext uri="{FF2B5EF4-FFF2-40B4-BE49-F238E27FC236}">
                <a16:creationId xmlns:a16="http://schemas.microsoft.com/office/drawing/2014/main" id="{9CD77CA2-8CA1-9EA6-C68D-C060CC75C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011" y="860487"/>
            <a:ext cx="12276927" cy="5841876"/>
          </a:xfrm>
          <a:prstGeom prst="rect">
            <a:avLst/>
          </a:prstGeom>
        </p:spPr>
      </p:pic>
    </p:spTree>
    <p:extLst>
      <p:ext uri="{BB962C8B-B14F-4D97-AF65-F5344CB8AC3E}">
        <p14:creationId xmlns:p14="http://schemas.microsoft.com/office/powerpoint/2010/main" val="244787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310F8-94A9-293D-EF20-954AF02ADF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153DB8-A9EE-6D34-EA26-E7CB3BE47D53}"/>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6929F35A-1A2D-A307-ABD5-ADFCD67A857D}"/>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B9F5EBA1-3D68-0EED-2FAB-2E11A09A5B2E}"/>
              </a:ext>
            </a:extLst>
          </p:cNvPr>
          <p:cNvSpPr>
            <a:spLocks noGrp="1"/>
          </p:cNvSpPr>
          <p:nvPr>
            <p:ph sz="half" idx="3"/>
          </p:nvPr>
        </p:nvSpPr>
        <p:spPr/>
        <p:txBody>
          <a:bodyPr/>
          <a:lstStyle/>
          <a:p>
            <a:endParaRPr lang="en-US"/>
          </a:p>
        </p:txBody>
      </p:sp>
      <p:pic>
        <p:nvPicPr>
          <p:cNvPr id="23" name="図 22">
            <a:extLst>
              <a:ext uri="{FF2B5EF4-FFF2-40B4-BE49-F238E27FC236}">
                <a16:creationId xmlns:a16="http://schemas.microsoft.com/office/drawing/2014/main" id="{9355FD72-F630-D2C1-E0C0-E0623319E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226" y="872894"/>
            <a:ext cx="12224777" cy="5817061"/>
          </a:xfrm>
          <a:prstGeom prst="rect">
            <a:avLst/>
          </a:prstGeom>
        </p:spPr>
      </p:pic>
    </p:spTree>
    <p:extLst>
      <p:ext uri="{BB962C8B-B14F-4D97-AF65-F5344CB8AC3E}">
        <p14:creationId xmlns:p14="http://schemas.microsoft.com/office/powerpoint/2010/main" val="198041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667E0-91D1-2CB7-161F-E0D19A51F5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C270B8-CB64-127D-3E33-4051221DDEA7}"/>
              </a:ext>
            </a:extLst>
          </p:cNvPr>
          <p:cNvSpPr>
            <a:spLocks noGrp="1"/>
          </p:cNvSpPr>
          <p:nvPr>
            <p:ph type="title"/>
          </p:nvPr>
        </p:nvSpPr>
        <p:spPr/>
        <p:txBody>
          <a:bodyPr/>
          <a:lstStyle/>
          <a:p>
            <a:r>
              <a:rPr lang="ja-JP" altLang="en-US" dirty="0"/>
              <a:t>シフト管理機能</a:t>
            </a:r>
            <a:r>
              <a:rPr lang="en-US" altLang="ja-JP" dirty="0"/>
              <a:t>(</a:t>
            </a:r>
            <a:r>
              <a:rPr lang="ja-JP" altLang="en-US" dirty="0"/>
              <a:t>管理画面</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BB4BECC6-16D3-B6EB-0777-D02CCF86DF04}"/>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070DC17A-BE55-4987-861D-A56468FAEC70}"/>
              </a:ext>
            </a:extLst>
          </p:cNvPr>
          <p:cNvSpPr>
            <a:spLocks noGrp="1"/>
          </p:cNvSpPr>
          <p:nvPr>
            <p:ph sz="half" idx="3"/>
          </p:nvPr>
        </p:nvSpPr>
        <p:spPr/>
        <p:txBody>
          <a:bodyPr/>
          <a:lstStyle/>
          <a:p>
            <a:endParaRPr lang="en-US"/>
          </a:p>
        </p:txBody>
      </p:sp>
      <p:pic>
        <p:nvPicPr>
          <p:cNvPr id="21" name="図 20">
            <a:extLst>
              <a:ext uri="{FF2B5EF4-FFF2-40B4-BE49-F238E27FC236}">
                <a16:creationId xmlns:a16="http://schemas.microsoft.com/office/drawing/2014/main" id="{EF171316-FC39-6CDC-B64B-2F235E26F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89" y="850769"/>
            <a:ext cx="12317771" cy="5861311"/>
          </a:xfrm>
          <a:prstGeom prst="rect">
            <a:avLst/>
          </a:prstGeom>
        </p:spPr>
      </p:pic>
    </p:spTree>
    <p:extLst>
      <p:ext uri="{BB962C8B-B14F-4D97-AF65-F5344CB8AC3E}">
        <p14:creationId xmlns:p14="http://schemas.microsoft.com/office/powerpoint/2010/main" val="84551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CD6429-30C9-84FA-F188-AE32F63BC7BF}"/>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pic>
        <p:nvPicPr>
          <p:cNvPr id="8" name="図 7">
            <a:extLst>
              <a:ext uri="{FF2B5EF4-FFF2-40B4-BE49-F238E27FC236}">
                <a16:creationId xmlns:a16="http://schemas.microsoft.com/office/drawing/2014/main" id="{D2964EFC-5B54-6D38-D2B3-F16C6308BD59}"/>
              </a:ext>
            </a:extLst>
          </p:cNvPr>
          <p:cNvPicPr>
            <a:picLocks noChangeAspect="1"/>
          </p:cNvPicPr>
          <p:nvPr/>
        </p:nvPicPr>
        <p:blipFill>
          <a:blip r:embed="rId2"/>
          <a:srcRect t="1398" r="740" b="3543"/>
          <a:stretch/>
        </p:blipFill>
        <p:spPr>
          <a:xfrm>
            <a:off x="1769269" y="1190626"/>
            <a:ext cx="10210800" cy="5181600"/>
          </a:xfrm>
          <a:prstGeom prst="rect">
            <a:avLst/>
          </a:prstGeom>
        </p:spPr>
      </p:pic>
    </p:spTree>
    <p:extLst>
      <p:ext uri="{BB962C8B-B14F-4D97-AF65-F5344CB8AC3E}">
        <p14:creationId xmlns:p14="http://schemas.microsoft.com/office/powerpoint/2010/main" val="357624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B48F1-EF55-AE6D-70D0-14371DF12A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B0CCE2-94A5-CA3B-B327-4FF0989389E6}"/>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0B94AF86-73C1-8BD3-4B3F-FED0A69877FF}"/>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25C37F25-BD71-74B5-8367-B30CF27D1D11}"/>
              </a:ext>
            </a:extLst>
          </p:cNvPr>
          <p:cNvSpPr>
            <a:spLocks noGrp="1"/>
          </p:cNvSpPr>
          <p:nvPr>
            <p:ph sz="half" idx="3"/>
          </p:nvPr>
        </p:nvSpPr>
        <p:spPr/>
        <p:txBody>
          <a:bodyPr/>
          <a:lstStyle/>
          <a:p>
            <a:endParaRPr lang="en-US"/>
          </a:p>
        </p:txBody>
      </p:sp>
      <p:pic>
        <p:nvPicPr>
          <p:cNvPr id="5" name="図 4">
            <a:extLst>
              <a:ext uri="{FF2B5EF4-FFF2-40B4-BE49-F238E27FC236}">
                <a16:creationId xmlns:a16="http://schemas.microsoft.com/office/drawing/2014/main" id="{DE9AF1B4-FE74-C01B-7248-B3CF26DAB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226" y="1038225"/>
            <a:ext cx="11921083" cy="5672550"/>
          </a:xfrm>
          <a:prstGeom prst="rect">
            <a:avLst/>
          </a:prstGeom>
        </p:spPr>
      </p:pic>
    </p:spTree>
    <p:extLst>
      <p:ext uri="{BB962C8B-B14F-4D97-AF65-F5344CB8AC3E}">
        <p14:creationId xmlns:p14="http://schemas.microsoft.com/office/powerpoint/2010/main" val="1250677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AF755-9A88-9071-617F-44509FC545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EC430E-F94A-076D-A8AB-489E05E8C43D}"/>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67E0443A-D0D2-A47A-ABEE-6E55DE709C92}"/>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9695F602-0D17-943B-A119-C6DD06AC1751}"/>
              </a:ext>
            </a:extLst>
          </p:cNvPr>
          <p:cNvSpPr>
            <a:spLocks noGrp="1"/>
          </p:cNvSpPr>
          <p:nvPr>
            <p:ph sz="half" idx="3"/>
          </p:nvPr>
        </p:nvSpPr>
        <p:spPr/>
        <p:txBody>
          <a:bodyPr/>
          <a:lstStyle/>
          <a:p>
            <a:endParaRPr lang="en-US"/>
          </a:p>
        </p:txBody>
      </p:sp>
      <p:pic>
        <p:nvPicPr>
          <p:cNvPr id="6" name="図 5">
            <a:extLst>
              <a:ext uri="{FF2B5EF4-FFF2-40B4-BE49-F238E27FC236}">
                <a16:creationId xmlns:a16="http://schemas.microsoft.com/office/drawing/2014/main" id="{009F418F-1CCB-EFA8-1B93-1EAAE72D1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375" y="962025"/>
            <a:ext cx="12268200" cy="5837723"/>
          </a:xfrm>
          <a:prstGeom prst="rect">
            <a:avLst/>
          </a:prstGeom>
        </p:spPr>
      </p:pic>
    </p:spTree>
    <p:extLst>
      <p:ext uri="{BB962C8B-B14F-4D97-AF65-F5344CB8AC3E}">
        <p14:creationId xmlns:p14="http://schemas.microsoft.com/office/powerpoint/2010/main" val="2394603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578E7-F0CB-A6A9-D1DF-1CA1B58F9A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B783AB-233C-DB07-58F9-FB336D19B4A9}"/>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FAA1CE2D-6DE2-AACC-B303-148FBA1B6095}"/>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061E49AB-5C28-71EA-A33F-0DF45D6A89FE}"/>
              </a:ext>
            </a:extLst>
          </p:cNvPr>
          <p:cNvSpPr>
            <a:spLocks noGrp="1"/>
          </p:cNvSpPr>
          <p:nvPr>
            <p:ph sz="half" idx="3"/>
          </p:nvPr>
        </p:nvSpPr>
        <p:spPr/>
        <p:txBody>
          <a:bodyPr/>
          <a:lstStyle/>
          <a:p>
            <a:endParaRPr lang="en-US"/>
          </a:p>
        </p:txBody>
      </p:sp>
      <p:pic>
        <p:nvPicPr>
          <p:cNvPr id="16" name="図 15">
            <a:extLst>
              <a:ext uri="{FF2B5EF4-FFF2-40B4-BE49-F238E27FC236}">
                <a16:creationId xmlns:a16="http://schemas.microsoft.com/office/drawing/2014/main" id="{621D14D5-E21B-3B98-297A-AC506D3BC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226" y="873498"/>
            <a:ext cx="12222241" cy="5815854"/>
          </a:xfrm>
          <a:prstGeom prst="rect">
            <a:avLst/>
          </a:prstGeom>
        </p:spPr>
      </p:pic>
    </p:spTree>
    <p:extLst>
      <p:ext uri="{BB962C8B-B14F-4D97-AF65-F5344CB8AC3E}">
        <p14:creationId xmlns:p14="http://schemas.microsoft.com/office/powerpoint/2010/main" val="4207203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4F7D-5AFE-C855-3E4A-3CE1312ABA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1AA271-43A7-F85E-4734-92B9813ADE93}"/>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041A3C41-4E97-E18D-D323-397011018FAF}"/>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4F5343B3-E290-BC35-B5E4-51EA0DBC1172}"/>
              </a:ext>
            </a:extLst>
          </p:cNvPr>
          <p:cNvSpPr>
            <a:spLocks noGrp="1"/>
          </p:cNvSpPr>
          <p:nvPr>
            <p:ph sz="half" idx="3"/>
          </p:nvPr>
        </p:nvSpPr>
        <p:spPr/>
        <p:txBody>
          <a:bodyPr/>
          <a:lstStyle/>
          <a:p>
            <a:endParaRPr lang="en-US"/>
          </a:p>
        </p:txBody>
      </p:sp>
      <p:pic>
        <p:nvPicPr>
          <p:cNvPr id="14" name="図 13">
            <a:extLst>
              <a:ext uri="{FF2B5EF4-FFF2-40B4-BE49-F238E27FC236}">
                <a16:creationId xmlns:a16="http://schemas.microsoft.com/office/drawing/2014/main" id="{5B7502E5-759A-9C44-D503-0F7D44393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60" y="962025"/>
            <a:ext cx="12071573" cy="5744160"/>
          </a:xfrm>
          <a:prstGeom prst="rect">
            <a:avLst/>
          </a:prstGeom>
        </p:spPr>
      </p:pic>
    </p:spTree>
    <p:extLst>
      <p:ext uri="{BB962C8B-B14F-4D97-AF65-F5344CB8AC3E}">
        <p14:creationId xmlns:p14="http://schemas.microsoft.com/office/powerpoint/2010/main" val="549066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B444-E78D-53B7-3B31-97075B7E92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509AFE-8F01-A2A3-F689-20102B823B20}"/>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0E567FB0-A4F3-9797-F289-615A618E1647}"/>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0C1BAB78-E177-E6C3-C8AD-FE30C629F077}"/>
              </a:ext>
            </a:extLst>
          </p:cNvPr>
          <p:cNvSpPr>
            <a:spLocks noGrp="1"/>
          </p:cNvSpPr>
          <p:nvPr>
            <p:ph sz="half" idx="3"/>
          </p:nvPr>
        </p:nvSpPr>
        <p:spPr/>
        <p:txBody>
          <a:bodyPr/>
          <a:lstStyle/>
          <a:p>
            <a:endParaRPr lang="en-US"/>
          </a:p>
        </p:txBody>
      </p:sp>
      <p:pic>
        <p:nvPicPr>
          <p:cNvPr id="12" name="図 11">
            <a:extLst>
              <a:ext uri="{FF2B5EF4-FFF2-40B4-BE49-F238E27FC236}">
                <a16:creationId xmlns:a16="http://schemas.microsoft.com/office/drawing/2014/main" id="{581A1AAC-BBEE-9C9F-A0C7-10FC0120D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107" y="1038225"/>
            <a:ext cx="11965372" cy="5693625"/>
          </a:xfrm>
          <a:prstGeom prst="rect">
            <a:avLst/>
          </a:prstGeom>
        </p:spPr>
      </p:pic>
    </p:spTree>
    <p:extLst>
      <p:ext uri="{BB962C8B-B14F-4D97-AF65-F5344CB8AC3E}">
        <p14:creationId xmlns:p14="http://schemas.microsoft.com/office/powerpoint/2010/main" val="3366470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2A112-06D4-2A20-788A-85DD6B5E96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56EF6C-0EA9-54DE-C3B0-9274BF04327E}"/>
              </a:ext>
            </a:extLst>
          </p:cNvPr>
          <p:cNvSpPr>
            <a:spLocks noGrp="1"/>
          </p:cNvSpPr>
          <p:nvPr>
            <p:ph type="title"/>
          </p:nvPr>
        </p:nvSpPr>
        <p:spPr/>
        <p:txBody>
          <a:bodyPr/>
          <a:lstStyle/>
          <a:p>
            <a:r>
              <a:rPr lang="ja-JP" altLang="en-US" dirty="0"/>
              <a:t>シフト管理機能</a:t>
            </a:r>
            <a:r>
              <a:rPr lang="en-US" altLang="ja-JP" dirty="0"/>
              <a:t>(</a:t>
            </a:r>
            <a:r>
              <a:rPr lang="ja-JP" altLang="en-US" dirty="0"/>
              <a:t>シフト管理機能</a:t>
            </a:r>
            <a:r>
              <a:rPr lang="en-US" altLang="ja-JP" dirty="0"/>
              <a:t>)</a:t>
            </a:r>
            <a:endParaRPr lang="en-US" dirty="0"/>
          </a:p>
        </p:txBody>
      </p:sp>
      <p:sp>
        <p:nvSpPr>
          <p:cNvPr id="3" name="コンテンツ プレースホルダー 2">
            <a:extLst>
              <a:ext uri="{FF2B5EF4-FFF2-40B4-BE49-F238E27FC236}">
                <a16:creationId xmlns:a16="http://schemas.microsoft.com/office/drawing/2014/main" id="{2E5A641F-BF10-59B6-30A4-001087CADD46}"/>
              </a:ext>
            </a:extLst>
          </p:cNvPr>
          <p:cNvSpPr>
            <a:spLocks noGrp="1"/>
          </p:cNvSpPr>
          <p:nvPr>
            <p:ph sz="half" idx="2"/>
          </p:nvPr>
        </p:nvSpPr>
        <p:spPr/>
        <p:txBody>
          <a:bodyPr/>
          <a:lstStyle/>
          <a:p>
            <a:endParaRPr lang="en-US"/>
          </a:p>
        </p:txBody>
      </p:sp>
      <p:sp>
        <p:nvSpPr>
          <p:cNvPr id="4" name="コンテンツ プレースホルダー 3">
            <a:extLst>
              <a:ext uri="{FF2B5EF4-FFF2-40B4-BE49-F238E27FC236}">
                <a16:creationId xmlns:a16="http://schemas.microsoft.com/office/drawing/2014/main" id="{A7543E44-90E0-D5AD-989F-44D7D40445CF}"/>
              </a:ext>
            </a:extLst>
          </p:cNvPr>
          <p:cNvSpPr>
            <a:spLocks noGrp="1"/>
          </p:cNvSpPr>
          <p:nvPr>
            <p:ph sz="half" idx="3"/>
          </p:nvPr>
        </p:nvSpPr>
        <p:spPr/>
        <p:txBody>
          <a:bodyPr/>
          <a:lstStyle/>
          <a:p>
            <a:endParaRPr lang="en-US"/>
          </a:p>
        </p:txBody>
      </p:sp>
      <p:pic>
        <p:nvPicPr>
          <p:cNvPr id="10" name="図 9">
            <a:extLst>
              <a:ext uri="{FF2B5EF4-FFF2-40B4-BE49-F238E27FC236}">
                <a16:creationId xmlns:a16="http://schemas.microsoft.com/office/drawing/2014/main" id="{46227FFA-4335-DCD4-9084-46EAB6322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54" y="927140"/>
            <a:ext cx="12245915" cy="5827119"/>
          </a:xfrm>
          <a:prstGeom prst="rect">
            <a:avLst/>
          </a:prstGeom>
        </p:spPr>
      </p:pic>
    </p:spTree>
    <p:extLst>
      <p:ext uri="{BB962C8B-B14F-4D97-AF65-F5344CB8AC3E}">
        <p14:creationId xmlns:p14="http://schemas.microsoft.com/office/powerpoint/2010/main" val="1138159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D973-8ACF-3DB1-66E3-82BD0931EA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BF0E82-B31B-E0E1-192C-6965DB29E75B}"/>
              </a:ext>
            </a:extLst>
          </p:cNvPr>
          <p:cNvSpPr>
            <a:spLocks noGrp="1"/>
          </p:cNvSpPr>
          <p:nvPr>
            <p:ph type="title"/>
          </p:nvPr>
        </p:nvSpPr>
        <p:spPr/>
        <p:txBody>
          <a:bodyPr/>
          <a:lstStyle/>
          <a:p>
            <a:r>
              <a:rPr lang="ja-JP" altLang="en-US" dirty="0"/>
              <a:t>栽培計画管理機能</a:t>
            </a:r>
            <a:r>
              <a:rPr lang="en-US" altLang="ja-JP" dirty="0"/>
              <a:t>(</a:t>
            </a:r>
            <a:r>
              <a:rPr lang="ja-JP" altLang="en-US" dirty="0"/>
              <a:t>栽培管理機能</a:t>
            </a:r>
            <a:r>
              <a:rPr lang="en-US" altLang="ja-JP" dirty="0"/>
              <a:t>)</a:t>
            </a:r>
            <a:endParaRPr lang="en-US" dirty="0"/>
          </a:p>
        </p:txBody>
      </p:sp>
      <p:pic>
        <p:nvPicPr>
          <p:cNvPr id="6" name="図 5">
            <a:extLst>
              <a:ext uri="{FF2B5EF4-FFF2-40B4-BE49-F238E27FC236}">
                <a16:creationId xmlns:a16="http://schemas.microsoft.com/office/drawing/2014/main" id="{A420120A-0BB0-B0EF-FB60-A0F0F43F6CBE}"/>
              </a:ext>
            </a:extLst>
          </p:cNvPr>
          <p:cNvPicPr>
            <a:picLocks noChangeAspect="1"/>
          </p:cNvPicPr>
          <p:nvPr/>
        </p:nvPicPr>
        <p:blipFill>
          <a:blip r:embed="rId2">
            <a:extLst>
              <a:ext uri="{28A0092B-C50C-407E-A947-70E740481C1C}">
                <a14:useLocalDpi xmlns:a14="http://schemas.microsoft.com/office/drawing/2010/main" val="0"/>
              </a:ext>
            </a:extLst>
          </a:blip>
          <a:srcRect l="1007" t="4916" r="3275" b="5076"/>
          <a:stretch/>
        </p:blipFill>
        <p:spPr>
          <a:xfrm>
            <a:off x="1007269" y="1571625"/>
            <a:ext cx="7239000" cy="5105400"/>
          </a:xfrm>
          <a:prstGeom prst="rect">
            <a:avLst/>
          </a:prstGeom>
        </p:spPr>
      </p:pic>
      <p:pic>
        <p:nvPicPr>
          <p:cNvPr id="4" name="図 3">
            <a:extLst>
              <a:ext uri="{FF2B5EF4-FFF2-40B4-BE49-F238E27FC236}">
                <a16:creationId xmlns:a16="http://schemas.microsoft.com/office/drawing/2014/main" id="{C1600281-EB5C-4CA0-8406-84902A36268B}"/>
              </a:ext>
            </a:extLst>
          </p:cNvPr>
          <p:cNvPicPr>
            <a:picLocks noChangeAspect="1"/>
          </p:cNvPicPr>
          <p:nvPr/>
        </p:nvPicPr>
        <p:blipFill>
          <a:blip r:embed="rId3"/>
          <a:srcRect t="10004" r="622"/>
          <a:stretch/>
        </p:blipFill>
        <p:spPr>
          <a:xfrm>
            <a:off x="5172289" y="4010025"/>
            <a:ext cx="3939689" cy="2590965"/>
          </a:xfrm>
          <a:prstGeom prst="rect">
            <a:avLst/>
          </a:prstGeom>
        </p:spPr>
      </p:pic>
      <p:sp>
        <p:nvSpPr>
          <p:cNvPr id="7" name="正方形/長方形 6">
            <a:extLst>
              <a:ext uri="{FF2B5EF4-FFF2-40B4-BE49-F238E27FC236}">
                <a16:creationId xmlns:a16="http://schemas.microsoft.com/office/drawing/2014/main" id="{F8036702-0AD0-4082-6B2B-F3419C988B3C}"/>
              </a:ext>
            </a:extLst>
          </p:cNvPr>
          <p:cNvSpPr/>
          <p:nvPr/>
        </p:nvSpPr>
        <p:spPr>
          <a:xfrm>
            <a:off x="9008269" y="1419225"/>
            <a:ext cx="4038600" cy="4876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ja-JP" altLang="en-US" dirty="0">
                <a:solidFill>
                  <a:schemeClr val="tx1"/>
                </a:solidFill>
              </a:rPr>
              <a:t>機能イメージ</a:t>
            </a:r>
            <a:endParaRPr lang="en-US" altLang="ja-JP" dirty="0">
              <a:solidFill>
                <a:schemeClr val="tx1"/>
              </a:solidFill>
            </a:endParaRPr>
          </a:p>
          <a:p>
            <a:pPr algn="l"/>
            <a:r>
              <a:rPr lang="ja-JP" altLang="en-US" dirty="0">
                <a:solidFill>
                  <a:schemeClr val="tx1"/>
                </a:solidFill>
              </a:rPr>
              <a:t>・図面から栽培場の広さや棚の意地などを取得</a:t>
            </a:r>
            <a:endParaRPr lang="en-US" altLang="ja-JP" dirty="0">
              <a:solidFill>
                <a:schemeClr val="tx1"/>
              </a:solidFill>
            </a:endParaRPr>
          </a:p>
          <a:p>
            <a:pPr algn="l"/>
            <a:r>
              <a:rPr lang="ja-JP" altLang="en-US" dirty="0">
                <a:solidFill>
                  <a:schemeClr val="tx1"/>
                </a:solidFill>
              </a:rPr>
              <a:t>・各棚ごとにクリックすると各棚に植えられているものを確認できる</a:t>
            </a:r>
            <a:endParaRPr lang="en-US" altLang="ja-JP" dirty="0">
              <a:solidFill>
                <a:schemeClr val="tx1"/>
              </a:solidFill>
            </a:endParaRPr>
          </a:p>
          <a:p>
            <a:pPr algn="l"/>
            <a:r>
              <a:rPr lang="ja-JP" altLang="en-US" dirty="0">
                <a:solidFill>
                  <a:schemeClr val="tx1"/>
                </a:solidFill>
              </a:rPr>
              <a:t>・平面図にした時各棚の設定できるレイアウトがあり、各棚、各高さの棚がすべて</a:t>
            </a:r>
            <a:r>
              <a:rPr lang="en-US" altLang="ja-JP" dirty="0">
                <a:solidFill>
                  <a:schemeClr val="tx1"/>
                </a:solidFill>
              </a:rPr>
              <a:t>2</a:t>
            </a:r>
            <a:r>
              <a:rPr lang="ja-JP" altLang="en-US" dirty="0">
                <a:solidFill>
                  <a:schemeClr val="tx1"/>
                </a:solidFill>
              </a:rPr>
              <a:t>次元の平面上に表示できることで管理状況が把握できる</a:t>
            </a:r>
            <a:endParaRPr lang="en-US" altLang="ja-JP" dirty="0">
              <a:solidFill>
                <a:schemeClr val="tx1"/>
              </a:solidFill>
            </a:endParaRPr>
          </a:p>
          <a:p>
            <a:pPr algn="ctr"/>
            <a:endParaRPr lang="en-US" dirty="0">
              <a:solidFill>
                <a:schemeClr val="tx1"/>
              </a:solidFill>
            </a:endParaRPr>
          </a:p>
        </p:txBody>
      </p:sp>
    </p:spTree>
    <p:extLst>
      <p:ext uri="{BB962C8B-B14F-4D97-AF65-F5344CB8AC3E}">
        <p14:creationId xmlns:p14="http://schemas.microsoft.com/office/powerpoint/2010/main" val="3109597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D86B-DB72-E8F1-1099-1952DEAF3B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9496D4-8DE4-7A2B-7829-07CE7A141AA0}"/>
              </a:ext>
            </a:extLst>
          </p:cNvPr>
          <p:cNvSpPr>
            <a:spLocks noGrp="1"/>
          </p:cNvSpPr>
          <p:nvPr>
            <p:ph type="title"/>
          </p:nvPr>
        </p:nvSpPr>
        <p:spPr/>
        <p:txBody>
          <a:bodyPr/>
          <a:lstStyle/>
          <a:p>
            <a:r>
              <a:rPr lang="ja-JP" altLang="en-US" dirty="0"/>
              <a:t>栽培計画管理機能</a:t>
            </a:r>
            <a:r>
              <a:rPr lang="en-US" altLang="ja-JP" dirty="0"/>
              <a:t>(</a:t>
            </a:r>
            <a:r>
              <a:rPr lang="ja-JP" altLang="en-US" dirty="0"/>
              <a:t>栽培管理機能</a:t>
            </a:r>
            <a:r>
              <a:rPr lang="en-US" altLang="ja-JP" dirty="0"/>
              <a:t>)</a:t>
            </a:r>
            <a:endParaRPr lang="en-US" dirty="0"/>
          </a:p>
        </p:txBody>
      </p:sp>
      <p:pic>
        <p:nvPicPr>
          <p:cNvPr id="6" name="図 5">
            <a:extLst>
              <a:ext uri="{FF2B5EF4-FFF2-40B4-BE49-F238E27FC236}">
                <a16:creationId xmlns:a16="http://schemas.microsoft.com/office/drawing/2014/main" id="{B11CA0BC-0B52-F115-9D10-35D673F734D4}"/>
              </a:ext>
            </a:extLst>
          </p:cNvPr>
          <p:cNvPicPr>
            <a:picLocks noChangeAspect="1"/>
          </p:cNvPicPr>
          <p:nvPr/>
        </p:nvPicPr>
        <p:blipFill>
          <a:blip r:embed="rId2">
            <a:extLst>
              <a:ext uri="{28A0092B-C50C-407E-A947-70E740481C1C}">
                <a14:useLocalDpi xmlns:a14="http://schemas.microsoft.com/office/drawing/2010/main" val="0"/>
              </a:ext>
            </a:extLst>
          </a:blip>
          <a:srcRect l="2015" t="5374" r="28464" b="57011"/>
          <a:stretch/>
        </p:blipFill>
        <p:spPr>
          <a:xfrm>
            <a:off x="702469" y="1190625"/>
            <a:ext cx="5257800" cy="2133600"/>
          </a:xfrm>
          <a:prstGeom prst="rect">
            <a:avLst/>
          </a:prstGeom>
        </p:spPr>
      </p:pic>
      <p:sp>
        <p:nvSpPr>
          <p:cNvPr id="7" name="正方形/長方形 6">
            <a:extLst>
              <a:ext uri="{FF2B5EF4-FFF2-40B4-BE49-F238E27FC236}">
                <a16:creationId xmlns:a16="http://schemas.microsoft.com/office/drawing/2014/main" id="{D2B48271-6199-469D-EDAC-281A294EF0F6}"/>
              </a:ext>
            </a:extLst>
          </p:cNvPr>
          <p:cNvSpPr/>
          <p:nvPr/>
        </p:nvSpPr>
        <p:spPr>
          <a:xfrm>
            <a:off x="8470070" y="1052576"/>
            <a:ext cx="4312817" cy="4876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ja-JP" altLang="en-US" dirty="0">
                <a:solidFill>
                  <a:schemeClr val="tx1"/>
                </a:solidFill>
              </a:rPr>
              <a:t>機能イメージ</a:t>
            </a:r>
            <a:endParaRPr lang="en-US" altLang="ja-JP" dirty="0">
              <a:solidFill>
                <a:schemeClr val="tx1"/>
              </a:solidFill>
            </a:endParaRPr>
          </a:p>
          <a:p>
            <a:pPr algn="l"/>
            <a:r>
              <a:rPr lang="ja-JP" altLang="en-US" dirty="0">
                <a:solidFill>
                  <a:schemeClr val="tx1"/>
                </a:solidFill>
              </a:rPr>
              <a:t>・図面から栽培場の広さや棚の位置を取得</a:t>
            </a:r>
            <a:endParaRPr lang="en-US" altLang="ja-JP" dirty="0">
              <a:solidFill>
                <a:schemeClr val="tx1"/>
              </a:solidFill>
            </a:endParaRPr>
          </a:p>
          <a:p>
            <a:pPr algn="l"/>
            <a:r>
              <a:rPr lang="ja-JP" altLang="en-US" dirty="0">
                <a:solidFill>
                  <a:schemeClr val="tx1"/>
                </a:solidFill>
              </a:rPr>
              <a:t>・各棚ごとにクリックすると各棚に植えられているものを確認できる</a:t>
            </a:r>
            <a:endParaRPr lang="en-US" altLang="ja-JP" dirty="0">
              <a:solidFill>
                <a:schemeClr val="tx1"/>
              </a:solidFill>
            </a:endParaRPr>
          </a:p>
          <a:p>
            <a:pPr algn="l"/>
            <a:r>
              <a:rPr lang="ja-JP" altLang="en-US" dirty="0">
                <a:solidFill>
                  <a:schemeClr val="tx1"/>
                </a:solidFill>
              </a:rPr>
              <a:t>・平面図にした時各棚の設定できるレイアウトがあり、各棚、各高さの棚がすべて</a:t>
            </a:r>
            <a:r>
              <a:rPr lang="en-US" altLang="ja-JP" dirty="0">
                <a:solidFill>
                  <a:schemeClr val="tx1"/>
                </a:solidFill>
              </a:rPr>
              <a:t>2</a:t>
            </a:r>
            <a:r>
              <a:rPr lang="ja-JP" altLang="en-US" dirty="0">
                <a:solidFill>
                  <a:schemeClr val="tx1"/>
                </a:solidFill>
              </a:rPr>
              <a:t>次元の平面上に表示できることで管理状況が把握できる</a:t>
            </a:r>
            <a:endParaRPr lang="en-US" altLang="ja-JP" dirty="0">
              <a:solidFill>
                <a:schemeClr val="tx1"/>
              </a:solidFill>
            </a:endParaRPr>
          </a:p>
          <a:p>
            <a:pPr algn="l"/>
            <a:r>
              <a:rPr lang="ja-JP" altLang="en-US" dirty="0">
                <a:solidFill>
                  <a:schemeClr val="tx1"/>
                </a:solidFill>
              </a:rPr>
              <a:t>・区画ごとに栽培経過日と色でどの植物を植えているのかを一目でわかるようにする</a:t>
            </a:r>
            <a:endParaRPr lang="en-US" altLang="ja-JP" dirty="0">
              <a:solidFill>
                <a:schemeClr val="tx1"/>
              </a:solidFill>
            </a:endParaRPr>
          </a:p>
          <a:p>
            <a:pPr algn="ctr"/>
            <a:endParaRPr lang="en-US" dirty="0">
              <a:solidFill>
                <a:schemeClr val="tx1"/>
              </a:solidFill>
            </a:endParaRPr>
          </a:p>
        </p:txBody>
      </p:sp>
      <p:sp>
        <p:nvSpPr>
          <p:cNvPr id="3" name="正方形/長方形 2">
            <a:extLst>
              <a:ext uri="{FF2B5EF4-FFF2-40B4-BE49-F238E27FC236}">
                <a16:creationId xmlns:a16="http://schemas.microsoft.com/office/drawing/2014/main" id="{5F612124-3DAC-F6A6-5C4C-E23E6712BE02}"/>
              </a:ext>
            </a:extLst>
          </p:cNvPr>
          <p:cNvSpPr/>
          <p:nvPr/>
        </p:nvSpPr>
        <p:spPr>
          <a:xfrm>
            <a:off x="702469" y="3552825"/>
            <a:ext cx="6858000" cy="3124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正方形/長方形 4">
            <a:extLst>
              <a:ext uri="{FF2B5EF4-FFF2-40B4-BE49-F238E27FC236}">
                <a16:creationId xmlns:a16="http://schemas.microsoft.com/office/drawing/2014/main" id="{79B2200B-47C2-729D-705A-D0F6FB600EA7}"/>
              </a:ext>
            </a:extLst>
          </p:cNvPr>
          <p:cNvSpPr/>
          <p:nvPr/>
        </p:nvSpPr>
        <p:spPr>
          <a:xfrm>
            <a:off x="1312069" y="3892775"/>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20</a:t>
            </a:r>
            <a:endParaRPr lang="en-US" dirty="0">
              <a:solidFill>
                <a:schemeClr val="tx1"/>
              </a:solidFill>
            </a:endParaRPr>
          </a:p>
        </p:txBody>
      </p:sp>
      <p:sp>
        <p:nvSpPr>
          <p:cNvPr id="8" name="正方形/長方形 7">
            <a:extLst>
              <a:ext uri="{FF2B5EF4-FFF2-40B4-BE49-F238E27FC236}">
                <a16:creationId xmlns:a16="http://schemas.microsoft.com/office/drawing/2014/main" id="{1751BB2B-9349-34AC-3DE0-803C930435AE}"/>
              </a:ext>
            </a:extLst>
          </p:cNvPr>
          <p:cNvSpPr/>
          <p:nvPr/>
        </p:nvSpPr>
        <p:spPr>
          <a:xfrm>
            <a:off x="1312069" y="4424695"/>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15</a:t>
            </a:r>
            <a:endParaRPr lang="en-US" dirty="0">
              <a:solidFill>
                <a:schemeClr val="tx1"/>
              </a:solidFill>
            </a:endParaRPr>
          </a:p>
        </p:txBody>
      </p:sp>
      <p:sp>
        <p:nvSpPr>
          <p:cNvPr id="9" name="正方形/長方形 8">
            <a:extLst>
              <a:ext uri="{FF2B5EF4-FFF2-40B4-BE49-F238E27FC236}">
                <a16:creationId xmlns:a16="http://schemas.microsoft.com/office/drawing/2014/main" id="{AF8EE3A4-B452-1DE5-069A-0543D2D3CE64}"/>
              </a:ext>
            </a:extLst>
          </p:cNvPr>
          <p:cNvSpPr/>
          <p:nvPr/>
        </p:nvSpPr>
        <p:spPr>
          <a:xfrm>
            <a:off x="1312069" y="4956615"/>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３</a:t>
            </a:r>
            <a:endParaRPr lang="en-US" dirty="0">
              <a:solidFill>
                <a:schemeClr val="tx1"/>
              </a:solidFill>
            </a:endParaRPr>
          </a:p>
        </p:txBody>
      </p:sp>
      <p:sp>
        <p:nvSpPr>
          <p:cNvPr id="10" name="正方形/長方形 9">
            <a:extLst>
              <a:ext uri="{FF2B5EF4-FFF2-40B4-BE49-F238E27FC236}">
                <a16:creationId xmlns:a16="http://schemas.microsoft.com/office/drawing/2014/main" id="{4984584D-D1CE-443F-CED4-74F738571EA0}"/>
              </a:ext>
            </a:extLst>
          </p:cNvPr>
          <p:cNvSpPr/>
          <p:nvPr/>
        </p:nvSpPr>
        <p:spPr>
          <a:xfrm>
            <a:off x="1312069" y="5488535"/>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0</a:t>
            </a:r>
            <a:endParaRPr lang="en-US" dirty="0">
              <a:solidFill>
                <a:schemeClr val="tx1"/>
              </a:solidFill>
            </a:endParaRPr>
          </a:p>
        </p:txBody>
      </p:sp>
      <p:sp>
        <p:nvSpPr>
          <p:cNvPr id="11" name="正方形/長方形 10">
            <a:extLst>
              <a:ext uri="{FF2B5EF4-FFF2-40B4-BE49-F238E27FC236}">
                <a16:creationId xmlns:a16="http://schemas.microsoft.com/office/drawing/2014/main" id="{12491416-96DB-CF1C-67A2-711FA1B25807}"/>
              </a:ext>
            </a:extLst>
          </p:cNvPr>
          <p:cNvSpPr/>
          <p:nvPr/>
        </p:nvSpPr>
        <p:spPr>
          <a:xfrm>
            <a:off x="1312069" y="6010071"/>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1</a:t>
            </a:r>
            <a:endParaRPr lang="en-US" dirty="0">
              <a:solidFill>
                <a:schemeClr val="tx1"/>
              </a:solidFill>
            </a:endParaRPr>
          </a:p>
        </p:txBody>
      </p:sp>
      <p:sp>
        <p:nvSpPr>
          <p:cNvPr id="12" name="正方形/長方形 11">
            <a:extLst>
              <a:ext uri="{FF2B5EF4-FFF2-40B4-BE49-F238E27FC236}">
                <a16:creationId xmlns:a16="http://schemas.microsoft.com/office/drawing/2014/main" id="{29A398C4-8779-AA38-041C-E6ED1D658E07}"/>
              </a:ext>
            </a:extLst>
          </p:cNvPr>
          <p:cNvSpPr/>
          <p:nvPr/>
        </p:nvSpPr>
        <p:spPr>
          <a:xfrm>
            <a:off x="2759869" y="3892775"/>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7</a:t>
            </a:r>
            <a:endParaRPr lang="en-US" dirty="0">
              <a:solidFill>
                <a:schemeClr val="tx1"/>
              </a:solidFill>
            </a:endParaRPr>
          </a:p>
        </p:txBody>
      </p:sp>
      <p:sp>
        <p:nvSpPr>
          <p:cNvPr id="13" name="正方形/長方形 12">
            <a:extLst>
              <a:ext uri="{FF2B5EF4-FFF2-40B4-BE49-F238E27FC236}">
                <a16:creationId xmlns:a16="http://schemas.microsoft.com/office/drawing/2014/main" id="{46F8245B-7D3E-319E-59F9-8C152333B1EF}"/>
              </a:ext>
            </a:extLst>
          </p:cNvPr>
          <p:cNvSpPr/>
          <p:nvPr/>
        </p:nvSpPr>
        <p:spPr>
          <a:xfrm>
            <a:off x="2759869" y="4424695"/>
            <a:ext cx="1295400" cy="3810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0</a:t>
            </a:r>
            <a:endParaRPr lang="en-US" dirty="0">
              <a:solidFill>
                <a:schemeClr val="tx1"/>
              </a:solidFill>
            </a:endParaRPr>
          </a:p>
        </p:txBody>
      </p:sp>
      <p:sp>
        <p:nvSpPr>
          <p:cNvPr id="14" name="正方形/長方形 13">
            <a:extLst>
              <a:ext uri="{FF2B5EF4-FFF2-40B4-BE49-F238E27FC236}">
                <a16:creationId xmlns:a16="http://schemas.microsoft.com/office/drawing/2014/main" id="{0FCDCAE0-873A-56E9-171B-380E9E89D9F5}"/>
              </a:ext>
            </a:extLst>
          </p:cNvPr>
          <p:cNvSpPr/>
          <p:nvPr/>
        </p:nvSpPr>
        <p:spPr>
          <a:xfrm>
            <a:off x="2759869" y="4956615"/>
            <a:ext cx="1295400" cy="3810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0</a:t>
            </a:r>
            <a:endParaRPr lang="en-US" dirty="0">
              <a:solidFill>
                <a:schemeClr val="tx1"/>
              </a:solidFill>
            </a:endParaRPr>
          </a:p>
        </p:txBody>
      </p:sp>
      <p:sp>
        <p:nvSpPr>
          <p:cNvPr id="15" name="正方形/長方形 14">
            <a:extLst>
              <a:ext uri="{FF2B5EF4-FFF2-40B4-BE49-F238E27FC236}">
                <a16:creationId xmlns:a16="http://schemas.microsoft.com/office/drawing/2014/main" id="{86FA3911-2C09-1CB3-FA27-21469C2AFFC1}"/>
              </a:ext>
            </a:extLst>
          </p:cNvPr>
          <p:cNvSpPr/>
          <p:nvPr/>
        </p:nvSpPr>
        <p:spPr>
          <a:xfrm>
            <a:off x="2759869" y="5488535"/>
            <a:ext cx="1295400" cy="381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35</a:t>
            </a:r>
            <a:endParaRPr lang="en-US" dirty="0">
              <a:solidFill>
                <a:schemeClr val="tx1"/>
              </a:solidFill>
            </a:endParaRPr>
          </a:p>
        </p:txBody>
      </p:sp>
      <p:sp>
        <p:nvSpPr>
          <p:cNvPr id="16" name="正方形/長方形 15">
            <a:extLst>
              <a:ext uri="{FF2B5EF4-FFF2-40B4-BE49-F238E27FC236}">
                <a16:creationId xmlns:a16="http://schemas.microsoft.com/office/drawing/2014/main" id="{33D9662E-8CA5-1381-C93F-F8DDA50C2549}"/>
              </a:ext>
            </a:extLst>
          </p:cNvPr>
          <p:cNvSpPr/>
          <p:nvPr/>
        </p:nvSpPr>
        <p:spPr>
          <a:xfrm>
            <a:off x="2759869" y="6010071"/>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9</a:t>
            </a:r>
            <a:endParaRPr lang="en-US" dirty="0">
              <a:solidFill>
                <a:schemeClr val="tx1"/>
              </a:solidFill>
            </a:endParaRPr>
          </a:p>
        </p:txBody>
      </p:sp>
      <p:cxnSp>
        <p:nvCxnSpPr>
          <p:cNvPr id="18" name="コネクタ: カギ線 17">
            <a:extLst>
              <a:ext uri="{FF2B5EF4-FFF2-40B4-BE49-F238E27FC236}">
                <a16:creationId xmlns:a16="http://schemas.microsoft.com/office/drawing/2014/main" id="{0E882703-4C45-DA71-560C-5B7A589F7960}"/>
              </a:ext>
            </a:extLst>
          </p:cNvPr>
          <p:cNvCxnSpPr>
            <a:cxnSpLocks/>
            <a:endCxn id="3" idx="1"/>
          </p:cNvCxnSpPr>
          <p:nvPr/>
        </p:nvCxnSpPr>
        <p:spPr>
          <a:xfrm rot="16200000" flipH="1">
            <a:off x="-764381" y="3648075"/>
            <a:ext cx="2781300" cy="15240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9" name="正方形/長方形 18">
            <a:extLst>
              <a:ext uri="{FF2B5EF4-FFF2-40B4-BE49-F238E27FC236}">
                <a16:creationId xmlns:a16="http://schemas.microsoft.com/office/drawing/2014/main" id="{32059417-A13B-E51F-EA8E-7B6BAE1A1B92}"/>
              </a:ext>
            </a:extLst>
          </p:cNvPr>
          <p:cNvSpPr/>
          <p:nvPr/>
        </p:nvSpPr>
        <p:spPr>
          <a:xfrm>
            <a:off x="1235075" y="6314131"/>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a:solidFill>
                  <a:schemeClr val="tx1"/>
                </a:solidFill>
              </a:rPr>
              <a:t>A</a:t>
            </a:r>
            <a:r>
              <a:rPr lang="ja-JP" altLang="en-US" sz="1100">
                <a:solidFill>
                  <a:schemeClr val="tx1"/>
                </a:solidFill>
              </a:rPr>
              <a:t>列</a:t>
            </a:r>
            <a:r>
              <a:rPr lang="en-US" altLang="ja-JP" sz="1100" dirty="0">
                <a:solidFill>
                  <a:schemeClr val="tx1"/>
                </a:solidFill>
              </a:rPr>
              <a:t>‐1</a:t>
            </a:r>
            <a:r>
              <a:rPr lang="ja-JP" altLang="en-US" sz="1100" dirty="0">
                <a:solidFill>
                  <a:schemeClr val="tx1"/>
                </a:solidFill>
              </a:rPr>
              <a:t>段目</a:t>
            </a:r>
            <a:endParaRPr lang="en-US" altLang="ja-JP" sz="1100" dirty="0">
              <a:solidFill>
                <a:schemeClr val="tx1"/>
              </a:solidFill>
            </a:endParaRPr>
          </a:p>
        </p:txBody>
      </p:sp>
      <p:sp>
        <p:nvSpPr>
          <p:cNvPr id="21" name="正方形/長方形 20">
            <a:extLst>
              <a:ext uri="{FF2B5EF4-FFF2-40B4-BE49-F238E27FC236}">
                <a16:creationId xmlns:a16="http://schemas.microsoft.com/office/drawing/2014/main" id="{24CD2AAA-3B34-4DA8-A8B8-B24E68FA6DEC}"/>
              </a:ext>
            </a:extLst>
          </p:cNvPr>
          <p:cNvSpPr/>
          <p:nvPr/>
        </p:nvSpPr>
        <p:spPr>
          <a:xfrm>
            <a:off x="1235075" y="5795374"/>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a:solidFill>
                  <a:schemeClr val="tx1"/>
                </a:solidFill>
              </a:rPr>
              <a:t>A</a:t>
            </a:r>
            <a:r>
              <a:rPr lang="ja-JP" altLang="en-US" sz="1100">
                <a:solidFill>
                  <a:schemeClr val="tx1"/>
                </a:solidFill>
              </a:rPr>
              <a:t>列</a:t>
            </a:r>
            <a:r>
              <a:rPr lang="en-US" altLang="ja-JP" sz="1100" dirty="0">
                <a:solidFill>
                  <a:schemeClr val="tx1"/>
                </a:solidFill>
              </a:rPr>
              <a:t>‐2</a:t>
            </a:r>
            <a:r>
              <a:rPr lang="ja-JP" altLang="en-US" sz="1100" dirty="0">
                <a:solidFill>
                  <a:schemeClr val="tx1"/>
                </a:solidFill>
              </a:rPr>
              <a:t>段目</a:t>
            </a:r>
            <a:endParaRPr lang="en-US" altLang="ja-JP" sz="1100" dirty="0">
              <a:solidFill>
                <a:schemeClr val="tx1"/>
              </a:solidFill>
            </a:endParaRPr>
          </a:p>
        </p:txBody>
      </p:sp>
      <p:sp>
        <p:nvSpPr>
          <p:cNvPr id="22" name="正方形/長方形 21">
            <a:extLst>
              <a:ext uri="{FF2B5EF4-FFF2-40B4-BE49-F238E27FC236}">
                <a16:creationId xmlns:a16="http://schemas.microsoft.com/office/drawing/2014/main" id="{0AE4DF41-E91C-292D-C5D0-887499996AD2}"/>
              </a:ext>
            </a:extLst>
          </p:cNvPr>
          <p:cNvSpPr/>
          <p:nvPr/>
        </p:nvSpPr>
        <p:spPr>
          <a:xfrm>
            <a:off x="1235075" y="526067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a:solidFill>
                  <a:schemeClr val="tx1"/>
                </a:solidFill>
              </a:rPr>
              <a:t>A</a:t>
            </a:r>
            <a:r>
              <a:rPr lang="ja-JP" altLang="en-US" sz="1100">
                <a:solidFill>
                  <a:schemeClr val="tx1"/>
                </a:solidFill>
              </a:rPr>
              <a:t>列</a:t>
            </a:r>
            <a:r>
              <a:rPr lang="en-US" altLang="ja-JP" sz="1100" dirty="0">
                <a:solidFill>
                  <a:schemeClr val="tx1"/>
                </a:solidFill>
              </a:rPr>
              <a:t>‐3</a:t>
            </a:r>
            <a:r>
              <a:rPr lang="ja-JP" altLang="en-US" sz="1100" dirty="0">
                <a:solidFill>
                  <a:schemeClr val="tx1"/>
                </a:solidFill>
              </a:rPr>
              <a:t>段目</a:t>
            </a:r>
            <a:endParaRPr lang="en-US" altLang="ja-JP" sz="1100" dirty="0">
              <a:solidFill>
                <a:schemeClr val="tx1"/>
              </a:solidFill>
            </a:endParaRPr>
          </a:p>
        </p:txBody>
      </p:sp>
      <p:sp>
        <p:nvSpPr>
          <p:cNvPr id="23" name="正方形/長方形 22">
            <a:extLst>
              <a:ext uri="{FF2B5EF4-FFF2-40B4-BE49-F238E27FC236}">
                <a16:creationId xmlns:a16="http://schemas.microsoft.com/office/drawing/2014/main" id="{A7162F2F-FF2F-6B4B-A966-C734FC5A953A}"/>
              </a:ext>
            </a:extLst>
          </p:cNvPr>
          <p:cNvSpPr/>
          <p:nvPr/>
        </p:nvSpPr>
        <p:spPr>
          <a:xfrm>
            <a:off x="1235075" y="472875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a:solidFill>
                  <a:schemeClr val="tx1"/>
                </a:solidFill>
              </a:rPr>
              <a:t>A</a:t>
            </a:r>
            <a:r>
              <a:rPr lang="ja-JP" altLang="en-US" sz="1100">
                <a:solidFill>
                  <a:schemeClr val="tx1"/>
                </a:solidFill>
              </a:rPr>
              <a:t>列</a:t>
            </a:r>
            <a:r>
              <a:rPr lang="en-US" altLang="ja-JP" sz="1100" dirty="0">
                <a:solidFill>
                  <a:schemeClr val="tx1"/>
                </a:solidFill>
              </a:rPr>
              <a:t>‐4</a:t>
            </a:r>
            <a:r>
              <a:rPr lang="ja-JP" altLang="en-US" sz="1100" dirty="0">
                <a:solidFill>
                  <a:schemeClr val="tx1"/>
                </a:solidFill>
              </a:rPr>
              <a:t>段目</a:t>
            </a:r>
            <a:endParaRPr lang="en-US" altLang="ja-JP" sz="1100" dirty="0">
              <a:solidFill>
                <a:schemeClr val="tx1"/>
              </a:solidFill>
            </a:endParaRPr>
          </a:p>
        </p:txBody>
      </p:sp>
      <p:sp>
        <p:nvSpPr>
          <p:cNvPr id="24" name="正方形/長方形 23">
            <a:extLst>
              <a:ext uri="{FF2B5EF4-FFF2-40B4-BE49-F238E27FC236}">
                <a16:creationId xmlns:a16="http://schemas.microsoft.com/office/drawing/2014/main" id="{B9FA64CF-906C-1996-BDB8-E880D0A7E880}"/>
              </a:ext>
            </a:extLst>
          </p:cNvPr>
          <p:cNvSpPr/>
          <p:nvPr/>
        </p:nvSpPr>
        <p:spPr>
          <a:xfrm>
            <a:off x="1235075" y="419683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a:solidFill>
                  <a:schemeClr val="tx1"/>
                </a:solidFill>
              </a:rPr>
              <a:t>A</a:t>
            </a:r>
            <a:r>
              <a:rPr lang="ja-JP" altLang="en-US" sz="1100">
                <a:solidFill>
                  <a:schemeClr val="tx1"/>
                </a:solidFill>
              </a:rPr>
              <a:t>列</a:t>
            </a:r>
            <a:r>
              <a:rPr lang="en-US" altLang="ja-JP" sz="1100" dirty="0">
                <a:solidFill>
                  <a:schemeClr val="tx1"/>
                </a:solidFill>
              </a:rPr>
              <a:t>‐5</a:t>
            </a:r>
            <a:r>
              <a:rPr lang="ja-JP" altLang="en-US" sz="1100" dirty="0">
                <a:solidFill>
                  <a:schemeClr val="tx1"/>
                </a:solidFill>
              </a:rPr>
              <a:t>段目</a:t>
            </a:r>
            <a:endParaRPr lang="en-US" altLang="ja-JP" sz="1100" dirty="0">
              <a:solidFill>
                <a:schemeClr val="tx1"/>
              </a:solidFill>
            </a:endParaRPr>
          </a:p>
        </p:txBody>
      </p:sp>
      <p:sp>
        <p:nvSpPr>
          <p:cNvPr id="25" name="正方形/長方形 24">
            <a:extLst>
              <a:ext uri="{FF2B5EF4-FFF2-40B4-BE49-F238E27FC236}">
                <a16:creationId xmlns:a16="http://schemas.microsoft.com/office/drawing/2014/main" id="{926A9A66-4960-5611-8FB5-48605E2A6918}"/>
              </a:ext>
            </a:extLst>
          </p:cNvPr>
          <p:cNvSpPr/>
          <p:nvPr/>
        </p:nvSpPr>
        <p:spPr>
          <a:xfrm>
            <a:off x="4214494" y="3889468"/>
            <a:ext cx="1295400" cy="3810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0</a:t>
            </a:r>
            <a:endParaRPr lang="en-US" dirty="0">
              <a:solidFill>
                <a:schemeClr val="tx1"/>
              </a:solidFill>
            </a:endParaRPr>
          </a:p>
        </p:txBody>
      </p:sp>
      <p:sp>
        <p:nvSpPr>
          <p:cNvPr id="26" name="正方形/長方形 25">
            <a:extLst>
              <a:ext uri="{FF2B5EF4-FFF2-40B4-BE49-F238E27FC236}">
                <a16:creationId xmlns:a16="http://schemas.microsoft.com/office/drawing/2014/main" id="{A741782B-4BEA-85F0-238E-553B8EE10197}"/>
              </a:ext>
            </a:extLst>
          </p:cNvPr>
          <p:cNvSpPr/>
          <p:nvPr/>
        </p:nvSpPr>
        <p:spPr>
          <a:xfrm>
            <a:off x="4214494" y="4421388"/>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2</a:t>
            </a:r>
            <a:endParaRPr lang="en-US" dirty="0">
              <a:solidFill>
                <a:schemeClr val="tx1"/>
              </a:solidFill>
            </a:endParaRPr>
          </a:p>
        </p:txBody>
      </p:sp>
      <p:sp>
        <p:nvSpPr>
          <p:cNvPr id="27" name="正方形/長方形 26">
            <a:extLst>
              <a:ext uri="{FF2B5EF4-FFF2-40B4-BE49-F238E27FC236}">
                <a16:creationId xmlns:a16="http://schemas.microsoft.com/office/drawing/2014/main" id="{B50F84A1-7E2C-D566-A996-7EF6538A5DB8}"/>
              </a:ext>
            </a:extLst>
          </p:cNvPr>
          <p:cNvSpPr/>
          <p:nvPr/>
        </p:nvSpPr>
        <p:spPr>
          <a:xfrm>
            <a:off x="4214494" y="4953308"/>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2</a:t>
            </a:r>
            <a:endParaRPr lang="en-US" dirty="0">
              <a:solidFill>
                <a:schemeClr val="tx1"/>
              </a:solidFill>
            </a:endParaRPr>
          </a:p>
        </p:txBody>
      </p:sp>
      <p:sp>
        <p:nvSpPr>
          <p:cNvPr id="28" name="正方形/長方形 27">
            <a:extLst>
              <a:ext uri="{FF2B5EF4-FFF2-40B4-BE49-F238E27FC236}">
                <a16:creationId xmlns:a16="http://schemas.microsoft.com/office/drawing/2014/main" id="{C1EB6C26-C673-C693-BECE-8FDBC23FCF6B}"/>
              </a:ext>
            </a:extLst>
          </p:cNvPr>
          <p:cNvSpPr/>
          <p:nvPr/>
        </p:nvSpPr>
        <p:spPr>
          <a:xfrm>
            <a:off x="4214494" y="5485228"/>
            <a:ext cx="1295400" cy="381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11</a:t>
            </a:r>
            <a:endParaRPr lang="en-US" dirty="0">
              <a:solidFill>
                <a:schemeClr val="tx1"/>
              </a:solidFill>
            </a:endParaRPr>
          </a:p>
        </p:txBody>
      </p:sp>
      <p:sp>
        <p:nvSpPr>
          <p:cNvPr id="29" name="正方形/長方形 28">
            <a:extLst>
              <a:ext uri="{FF2B5EF4-FFF2-40B4-BE49-F238E27FC236}">
                <a16:creationId xmlns:a16="http://schemas.microsoft.com/office/drawing/2014/main" id="{EDC1D7D9-8EB9-942A-0121-DCB3AF55BA2B}"/>
              </a:ext>
            </a:extLst>
          </p:cNvPr>
          <p:cNvSpPr/>
          <p:nvPr/>
        </p:nvSpPr>
        <p:spPr>
          <a:xfrm>
            <a:off x="4214494" y="6006764"/>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5</a:t>
            </a:r>
            <a:endParaRPr lang="en-US" dirty="0">
              <a:solidFill>
                <a:schemeClr val="tx1"/>
              </a:solidFill>
            </a:endParaRPr>
          </a:p>
        </p:txBody>
      </p:sp>
      <p:sp>
        <p:nvSpPr>
          <p:cNvPr id="30" name="正方形/長方形 29">
            <a:extLst>
              <a:ext uri="{FF2B5EF4-FFF2-40B4-BE49-F238E27FC236}">
                <a16:creationId xmlns:a16="http://schemas.microsoft.com/office/drawing/2014/main" id="{3F8368C7-A663-47C5-1520-8183B8DCC4B6}"/>
              </a:ext>
            </a:extLst>
          </p:cNvPr>
          <p:cNvSpPr/>
          <p:nvPr/>
        </p:nvSpPr>
        <p:spPr>
          <a:xfrm>
            <a:off x="5655469" y="3889468"/>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1" name="正方形/長方形 30">
            <a:extLst>
              <a:ext uri="{FF2B5EF4-FFF2-40B4-BE49-F238E27FC236}">
                <a16:creationId xmlns:a16="http://schemas.microsoft.com/office/drawing/2014/main" id="{42B9F9DF-55B0-92C1-47AD-4D0EF7EF2E87}"/>
              </a:ext>
            </a:extLst>
          </p:cNvPr>
          <p:cNvSpPr/>
          <p:nvPr/>
        </p:nvSpPr>
        <p:spPr>
          <a:xfrm>
            <a:off x="5655469" y="4421388"/>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 </a:t>
            </a:r>
          </a:p>
        </p:txBody>
      </p:sp>
      <p:sp>
        <p:nvSpPr>
          <p:cNvPr id="32" name="正方形/長方形 31">
            <a:extLst>
              <a:ext uri="{FF2B5EF4-FFF2-40B4-BE49-F238E27FC236}">
                <a16:creationId xmlns:a16="http://schemas.microsoft.com/office/drawing/2014/main" id="{D52897C3-0F21-DAC0-F596-D562474E4201}"/>
              </a:ext>
            </a:extLst>
          </p:cNvPr>
          <p:cNvSpPr/>
          <p:nvPr/>
        </p:nvSpPr>
        <p:spPr>
          <a:xfrm>
            <a:off x="5655469" y="4953308"/>
            <a:ext cx="1295400" cy="381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正方形/長方形 32">
            <a:extLst>
              <a:ext uri="{FF2B5EF4-FFF2-40B4-BE49-F238E27FC236}">
                <a16:creationId xmlns:a16="http://schemas.microsoft.com/office/drawing/2014/main" id="{846B6408-5677-F920-C303-D79E66D58102}"/>
              </a:ext>
            </a:extLst>
          </p:cNvPr>
          <p:cNvSpPr/>
          <p:nvPr/>
        </p:nvSpPr>
        <p:spPr>
          <a:xfrm>
            <a:off x="5655469" y="5485228"/>
            <a:ext cx="1295400" cy="381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17</a:t>
            </a:r>
          </a:p>
        </p:txBody>
      </p:sp>
      <p:sp>
        <p:nvSpPr>
          <p:cNvPr id="34" name="正方形/長方形 33">
            <a:extLst>
              <a:ext uri="{FF2B5EF4-FFF2-40B4-BE49-F238E27FC236}">
                <a16:creationId xmlns:a16="http://schemas.microsoft.com/office/drawing/2014/main" id="{1CE5FBEF-1A3C-88D3-1546-FC625954FAEC}"/>
              </a:ext>
            </a:extLst>
          </p:cNvPr>
          <p:cNvSpPr/>
          <p:nvPr/>
        </p:nvSpPr>
        <p:spPr>
          <a:xfrm>
            <a:off x="5655469" y="6006764"/>
            <a:ext cx="1295400" cy="381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
        <p:nvSpPr>
          <p:cNvPr id="35" name="正方形/長方形 34">
            <a:extLst>
              <a:ext uri="{FF2B5EF4-FFF2-40B4-BE49-F238E27FC236}">
                <a16:creationId xmlns:a16="http://schemas.microsoft.com/office/drawing/2014/main" id="{CBA7579F-4843-E034-92B3-88A3583B5910}"/>
              </a:ext>
            </a:extLst>
          </p:cNvPr>
          <p:cNvSpPr/>
          <p:nvPr/>
        </p:nvSpPr>
        <p:spPr>
          <a:xfrm>
            <a:off x="2680951" y="6314131"/>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B</a:t>
            </a:r>
            <a:r>
              <a:rPr lang="ja-JP" altLang="en-US" sz="1100" dirty="0">
                <a:solidFill>
                  <a:schemeClr val="tx1"/>
                </a:solidFill>
              </a:rPr>
              <a:t>列</a:t>
            </a:r>
            <a:r>
              <a:rPr lang="en-US" altLang="ja-JP" sz="1100" dirty="0">
                <a:solidFill>
                  <a:schemeClr val="tx1"/>
                </a:solidFill>
              </a:rPr>
              <a:t>‐1</a:t>
            </a:r>
            <a:r>
              <a:rPr lang="ja-JP" altLang="en-US" sz="1100" dirty="0">
                <a:solidFill>
                  <a:schemeClr val="tx1"/>
                </a:solidFill>
              </a:rPr>
              <a:t>段目</a:t>
            </a:r>
            <a:endParaRPr lang="en-US" altLang="ja-JP" sz="1100" dirty="0">
              <a:solidFill>
                <a:schemeClr val="tx1"/>
              </a:solidFill>
            </a:endParaRPr>
          </a:p>
        </p:txBody>
      </p:sp>
      <p:sp>
        <p:nvSpPr>
          <p:cNvPr id="36" name="正方形/長方形 35">
            <a:extLst>
              <a:ext uri="{FF2B5EF4-FFF2-40B4-BE49-F238E27FC236}">
                <a16:creationId xmlns:a16="http://schemas.microsoft.com/office/drawing/2014/main" id="{42F44371-2E6C-0092-DA14-FA74203087C4}"/>
              </a:ext>
            </a:extLst>
          </p:cNvPr>
          <p:cNvSpPr/>
          <p:nvPr/>
        </p:nvSpPr>
        <p:spPr>
          <a:xfrm>
            <a:off x="2680951" y="5795374"/>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B</a:t>
            </a:r>
            <a:r>
              <a:rPr lang="ja-JP" altLang="en-US" sz="1100" dirty="0">
                <a:solidFill>
                  <a:schemeClr val="tx1"/>
                </a:solidFill>
              </a:rPr>
              <a:t>列</a:t>
            </a:r>
            <a:r>
              <a:rPr lang="en-US" altLang="ja-JP" sz="1100" dirty="0">
                <a:solidFill>
                  <a:schemeClr val="tx1"/>
                </a:solidFill>
              </a:rPr>
              <a:t>‐2</a:t>
            </a:r>
            <a:r>
              <a:rPr lang="ja-JP" altLang="en-US" sz="1100" dirty="0">
                <a:solidFill>
                  <a:schemeClr val="tx1"/>
                </a:solidFill>
              </a:rPr>
              <a:t>段目</a:t>
            </a:r>
            <a:endParaRPr lang="en-US" altLang="ja-JP" sz="1100" dirty="0">
              <a:solidFill>
                <a:schemeClr val="tx1"/>
              </a:solidFill>
            </a:endParaRPr>
          </a:p>
        </p:txBody>
      </p:sp>
      <p:sp>
        <p:nvSpPr>
          <p:cNvPr id="37" name="正方形/長方形 36">
            <a:extLst>
              <a:ext uri="{FF2B5EF4-FFF2-40B4-BE49-F238E27FC236}">
                <a16:creationId xmlns:a16="http://schemas.microsoft.com/office/drawing/2014/main" id="{B261DCE6-4A74-2112-3D4C-4D0B4F864025}"/>
              </a:ext>
            </a:extLst>
          </p:cNvPr>
          <p:cNvSpPr/>
          <p:nvPr/>
        </p:nvSpPr>
        <p:spPr>
          <a:xfrm>
            <a:off x="2680951" y="526067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B</a:t>
            </a:r>
            <a:r>
              <a:rPr lang="ja-JP" altLang="en-US" sz="1100" dirty="0">
                <a:solidFill>
                  <a:schemeClr val="tx1"/>
                </a:solidFill>
              </a:rPr>
              <a:t>列</a:t>
            </a:r>
            <a:r>
              <a:rPr lang="en-US" altLang="ja-JP" sz="1100" dirty="0">
                <a:solidFill>
                  <a:schemeClr val="tx1"/>
                </a:solidFill>
              </a:rPr>
              <a:t>‐3</a:t>
            </a:r>
            <a:r>
              <a:rPr lang="ja-JP" altLang="en-US" sz="1100" dirty="0">
                <a:solidFill>
                  <a:schemeClr val="tx1"/>
                </a:solidFill>
              </a:rPr>
              <a:t>段目</a:t>
            </a:r>
            <a:endParaRPr lang="en-US" altLang="ja-JP" sz="1100" dirty="0">
              <a:solidFill>
                <a:schemeClr val="tx1"/>
              </a:solidFill>
            </a:endParaRPr>
          </a:p>
        </p:txBody>
      </p:sp>
      <p:sp>
        <p:nvSpPr>
          <p:cNvPr id="38" name="正方形/長方形 37">
            <a:extLst>
              <a:ext uri="{FF2B5EF4-FFF2-40B4-BE49-F238E27FC236}">
                <a16:creationId xmlns:a16="http://schemas.microsoft.com/office/drawing/2014/main" id="{1ED07019-C534-861C-EEB7-7297221431D7}"/>
              </a:ext>
            </a:extLst>
          </p:cNvPr>
          <p:cNvSpPr/>
          <p:nvPr/>
        </p:nvSpPr>
        <p:spPr>
          <a:xfrm>
            <a:off x="2680951" y="472875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B</a:t>
            </a:r>
            <a:r>
              <a:rPr lang="ja-JP" altLang="en-US" sz="1100" dirty="0">
                <a:solidFill>
                  <a:schemeClr val="tx1"/>
                </a:solidFill>
              </a:rPr>
              <a:t>列</a:t>
            </a:r>
            <a:r>
              <a:rPr lang="en-US" altLang="ja-JP" sz="1100" dirty="0">
                <a:solidFill>
                  <a:schemeClr val="tx1"/>
                </a:solidFill>
              </a:rPr>
              <a:t>‐4</a:t>
            </a:r>
            <a:r>
              <a:rPr lang="ja-JP" altLang="en-US" sz="1100" dirty="0">
                <a:solidFill>
                  <a:schemeClr val="tx1"/>
                </a:solidFill>
              </a:rPr>
              <a:t>段目</a:t>
            </a:r>
            <a:endParaRPr lang="en-US" altLang="ja-JP" sz="1100" dirty="0">
              <a:solidFill>
                <a:schemeClr val="tx1"/>
              </a:solidFill>
            </a:endParaRPr>
          </a:p>
        </p:txBody>
      </p:sp>
      <p:sp>
        <p:nvSpPr>
          <p:cNvPr id="39" name="正方形/長方形 38">
            <a:extLst>
              <a:ext uri="{FF2B5EF4-FFF2-40B4-BE49-F238E27FC236}">
                <a16:creationId xmlns:a16="http://schemas.microsoft.com/office/drawing/2014/main" id="{2C5D713F-AB24-CFE6-4BF8-18AC69F50134}"/>
              </a:ext>
            </a:extLst>
          </p:cNvPr>
          <p:cNvSpPr/>
          <p:nvPr/>
        </p:nvSpPr>
        <p:spPr>
          <a:xfrm>
            <a:off x="2680951" y="419683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B</a:t>
            </a:r>
            <a:r>
              <a:rPr lang="ja-JP" altLang="en-US" sz="1100" dirty="0">
                <a:solidFill>
                  <a:schemeClr val="tx1"/>
                </a:solidFill>
              </a:rPr>
              <a:t>列</a:t>
            </a:r>
            <a:r>
              <a:rPr lang="en-US" altLang="ja-JP" sz="1100" dirty="0">
                <a:solidFill>
                  <a:schemeClr val="tx1"/>
                </a:solidFill>
              </a:rPr>
              <a:t>‐5</a:t>
            </a:r>
            <a:r>
              <a:rPr lang="ja-JP" altLang="en-US" sz="1100" dirty="0">
                <a:solidFill>
                  <a:schemeClr val="tx1"/>
                </a:solidFill>
              </a:rPr>
              <a:t>段目</a:t>
            </a:r>
            <a:endParaRPr lang="en-US" altLang="ja-JP" sz="1100" dirty="0">
              <a:solidFill>
                <a:schemeClr val="tx1"/>
              </a:solidFill>
            </a:endParaRPr>
          </a:p>
        </p:txBody>
      </p:sp>
      <p:sp>
        <p:nvSpPr>
          <p:cNvPr id="40" name="正方形/長方形 39">
            <a:extLst>
              <a:ext uri="{FF2B5EF4-FFF2-40B4-BE49-F238E27FC236}">
                <a16:creationId xmlns:a16="http://schemas.microsoft.com/office/drawing/2014/main" id="{CE5DD71B-D988-B9A8-AA1E-23799E88ED9D}"/>
              </a:ext>
            </a:extLst>
          </p:cNvPr>
          <p:cNvSpPr/>
          <p:nvPr/>
        </p:nvSpPr>
        <p:spPr>
          <a:xfrm>
            <a:off x="4168210" y="6314131"/>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C</a:t>
            </a:r>
            <a:r>
              <a:rPr lang="ja-JP" altLang="en-US" sz="1100" dirty="0">
                <a:solidFill>
                  <a:schemeClr val="tx1"/>
                </a:solidFill>
              </a:rPr>
              <a:t>列</a:t>
            </a:r>
            <a:r>
              <a:rPr lang="en-US" altLang="ja-JP" sz="1100" dirty="0">
                <a:solidFill>
                  <a:schemeClr val="tx1"/>
                </a:solidFill>
              </a:rPr>
              <a:t>‐1</a:t>
            </a:r>
            <a:r>
              <a:rPr lang="ja-JP" altLang="en-US" sz="1100" dirty="0">
                <a:solidFill>
                  <a:schemeClr val="tx1"/>
                </a:solidFill>
              </a:rPr>
              <a:t>段目</a:t>
            </a:r>
            <a:endParaRPr lang="en-US" altLang="ja-JP" sz="1100" dirty="0">
              <a:solidFill>
                <a:schemeClr val="tx1"/>
              </a:solidFill>
            </a:endParaRPr>
          </a:p>
        </p:txBody>
      </p:sp>
      <p:sp>
        <p:nvSpPr>
          <p:cNvPr id="41" name="正方形/長方形 40">
            <a:extLst>
              <a:ext uri="{FF2B5EF4-FFF2-40B4-BE49-F238E27FC236}">
                <a16:creationId xmlns:a16="http://schemas.microsoft.com/office/drawing/2014/main" id="{E73E8F55-DCD2-C1FF-281E-66727D656C28}"/>
              </a:ext>
            </a:extLst>
          </p:cNvPr>
          <p:cNvSpPr/>
          <p:nvPr/>
        </p:nvSpPr>
        <p:spPr>
          <a:xfrm>
            <a:off x="4168210" y="5795374"/>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C</a:t>
            </a:r>
            <a:r>
              <a:rPr lang="ja-JP" altLang="en-US" sz="1100" dirty="0">
                <a:solidFill>
                  <a:schemeClr val="tx1"/>
                </a:solidFill>
              </a:rPr>
              <a:t>列</a:t>
            </a:r>
            <a:r>
              <a:rPr lang="en-US" altLang="ja-JP" sz="1100" dirty="0">
                <a:solidFill>
                  <a:schemeClr val="tx1"/>
                </a:solidFill>
              </a:rPr>
              <a:t>‐2</a:t>
            </a:r>
            <a:r>
              <a:rPr lang="ja-JP" altLang="en-US" sz="1100" dirty="0">
                <a:solidFill>
                  <a:schemeClr val="tx1"/>
                </a:solidFill>
              </a:rPr>
              <a:t>段目</a:t>
            </a:r>
            <a:endParaRPr lang="en-US" altLang="ja-JP" sz="1100" dirty="0">
              <a:solidFill>
                <a:schemeClr val="tx1"/>
              </a:solidFill>
            </a:endParaRPr>
          </a:p>
        </p:txBody>
      </p:sp>
      <p:sp>
        <p:nvSpPr>
          <p:cNvPr id="42" name="正方形/長方形 41">
            <a:extLst>
              <a:ext uri="{FF2B5EF4-FFF2-40B4-BE49-F238E27FC236}">
                <a16:creationId xmlns:a16="http://schemas.microsoft.com/office/drawing/2014/main" id="{32CFE283-8F18-09D5-77A2-BF788DA48D29}"/>
              </a:ext>
            </a:extLst>
          </p:cNvPr>
          <p:cNvSpPr/>
          <p:nvPr/>
        </p:nvSpPr>
        <p:spPr>
          <a:xfrm>
            <a:off x="4168210" y="526067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C</a:t>
            </a:r>
            <a:r>
              <a:rPr lang="ja-JP" altLang="en-US" sz="1100" dirty="0">
                <a:solidFill>
                  <a:schemeClr val="tx1"/>
                </a:solidFill>
              </a:rPr>
              <a:t>列</a:t>
            </a:r>
            <a:r>
              <a:rPr lang="en-US" altLang="ja-JP" sz="1100" dirty="0">
                <a:solidFill>
                  <a:schemeClr val="tx1"/>
                </a:solidFill>
              </a:rPr>
              <a:t>‐3</a:t>
            </a:r>
            <a:r>
              <a:rPr lang="ja-JP" altLang="en-US" sz="1100" dirty="0">
                <a:solidFill>
                  <a:schemeClr val="tx1"/>
                </a:solidFill>
              </a:rPr>
              <a:t>段目</a:t>
            </a:r>
            <a:endParaRPr lang="en-US" altLang="ja-JP" sz="1100" dirty="0">
              <a:solidFill>
                <a:schemeClr val="tx1"/>
              </a:solidFill>
            </a:endParaRPr>
          </a:p>
        </p:txBody>
      </p:sp>
      <p:sp>
        <p:nvSpPr>
          <p:cNvPr id="43" name="正方形/長方形 42">
            <a:extLst>
              <a:ext uri="{FF2B5EF4-FFF2-40B4-BE49-F238E27FC236}">
                <a16:creationId xmlns:a16="http://schemas.microsoft.com/office/drawing/2014/main" id="{8865D3F1-DD22-73DB-846E-377EAFEE6507}"/>
              </a:ext>
            </a:extLst>
          </p:cNvPr>
          <p:cNvSpPr/>
          <p:nvPr/>
        </p:nvSpPr>
        <p:spPr>
          <a:xfrm>
            <a:off x="4168210" y="472875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C</a:t>
            </a:r>
            <a:r>
              <a:rPr lang="ja-JP" altLang="en-US" sz="1100" dirty="0">
                <a:solidFill>
                  <a:schemeClr val="tx1"/>
                </a:solidFill>
              </a:rPr>
              <a:t>列</a:t>
            </a:r>
            <a:r>
              <a:rPr lang="en-US" altLang="ja-JP" sz="1100" dirty="0">
                <a:solidFill>
                  <a:schemeClr val="tx1"/>
                </a:solidFill>
              </a:rPr>
              <a:t>‐4</a:t>
            </a:r>
            <a:r>
              <a:rPr lang="ja-JP" altLang="en-US" sz="1100" dirty="0">
                <a:solidFill>
                  <a:schemeClr val="tx1"/>
                </a:solidFill>
              </a:rPr>
              <a:t>段目</a:t>
            </a:r>
            <a:endParaRPr lang="en-US" altLang="ja-JP" sz="1100" dirty="0">
              <a:solidFill>
                <a:schemeClr val="tx1"/>
              </a:solidFill>
            </a:endParaRPr>
          </a:p>
        </p:txBody>
      </p:sp>
      <p:sp>
        <p:nvSpPr>
          <p:cNvPr id="44" name="正方形/長方形 43">
            <a:extLst>
              <a:ext uri="{FF2B5EF4-FFF2-40B4-BE49-F238E27FC236}">
                <a16:creationId xmlns:a16="http://schemas.microsoft.com/office/drawing/2014/main" id="{3FA5DE8F-D7A0-D7BD-3A14-4043E8EB0BB3}"/>
              </a:ext>
            </a:extLst>
          </p:cNvPr>
          <p:cNvSpPr/>
          <p:nvPr/>
        </p:nvSpPr>
        <p:spPr>
          <a:xfrm>
            <a:off x="4168210" y="4196835"/>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C</a:t>
            </a:r>
            <a:r>
              <a:rPr lang="ja-JP" altLang="en-US" sz="1100" dirty="0">
                <a:solidFill>
                  <a:schemeClr val="tx1"/>
                </a:solidFill>
              </a:rPr>
              <a:t>列</a:t>
            </a:r>
            <a:r>
              <a:rPr lang="en-US" altLang="ja-JP" sz="1100" dirty="0">
                <a:solidFill>
                  <a:schemeClr val="tx1"/>
                </a:solidFill>
              </a:rPr>
              <a:t>‐5</a:t>
            </a:r>
            <a:r>
              <a:rPr lang="ja-JP" altLang="en-US" sz="1100" dirty="0">
                <a:solidFill>
                  <a:schemeClr val="tx1"/>
                </a:solidFill>
              </a:rPr>
              <a:t>段目</a:t>
            </a:r>
            <a:endParaRPr lang="en-US" altLang="ja-JP" sz="1100" dirty="0">
              <a:solidFill>
                <a:schemeClr val="tx1"/>
              </a:solidFill>
            </a:endParaRPr>
          </a:p>
        </p:txBody>
      </p:sp>
      <p:sp>
        <p:nvSpPr>
          <p:cNvPr id="45" name="正方形/長方形 44">
            <a:extLst>
              <a:ext uri="{FF2B5EF4-FFF2-40B4-BE49-F238E27FC236}">
                <a16:creationId xmlns:a16="http://schemas.microsoft.com/office/drawing/2014/main" id="{A3F031B2-0D4A-197D-553C-2FA82AF8FFE5}"/>
              </a:ext>
            </a:extLst>
          </p:cNvPr>
          <p:cNvSpPr/>
          <p:nvPr/>
        </p:nvSpPr>
        <p:spPr>
          <a:xfrm>
            <a:off x="5594843" y="6311564"/>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D</a:t>
            </a:r>
            <a:r>
              <a:rPr lang="ja-JP" altLang="en-US" sz="1100" dirty="0">
                <a:solidFill>
                  <a:schemeClr val="tx1"/>
                </a:solidFill>
              </a:rPr>
              <a:t>列</a:t>
            </a:r>
            <a:r>
              <a:rPr lang="en-US" altLang="ja-JP" sz="1100" dirty="0">
                <a:solidFill>
                  <a:schemeClr val="tx1"/>
                </a:solidFill>
              </a:rPr>
              <a:t>‐1</a:t>
            </a:r>
            <a:r>
              <a:rPr lang="ja-JP" altLang="en-US" sz="1100" dirty="0">
                <a:solidFill>
                  <a:schemeClr val="tx1"/>
                </a:solidFill>
              </a:rPr>
              <a:t>段目</a:t>
            </a:r>
            <a:endParaRPr lang="en-US" altLang="ja-JP" sz="1100" dirty="0">
              <a:solidFill>
                <a:schemeClr val="tx1"/>
              </a:solidFill>
            </a:endParaRPr>
          </a:p>
        </p:txBody>
      </p:sp>
      <p:sp>
        <p:nvSpPr>
          <p:cNvPr id="46" name="正方形/長方形 45">
            <a:extLst>
              <a:ext uri="{FF2B5EF4-FFF2-40B4-BE49-F238E27FC236}">
                <a16:creationId xmlns:a16="http://schemas.microsoft.com/office/drawing/2014/main" id="{D17BC9A6-A04E-0C42-F9B9-7B0622DCADA3}"/>
              </a:ext>
            </a:extLst>
          </p:cNvPr>
          <p:cNvSpPr/>
          <p:nvPr/>
        </p:nvSpPr>
        <p:spPr>
          <a:xfrm>
            <a:off x="5594843" y="5792807"/>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D</a:t>
            </a:r>
            <a:r>
              <a:rPr lang="ja-JP" altLang="en-US" sz="1100" dirty="0">
                <a:solidFill>
                  <a:schemeClr val="tx1"/>
                </a:solidFill>
              </a:rPr>
              <a:t>列</a:t>
            </a:r>
            <a:r>
              <a:rPr lang="en-US" altLang="ja-JP" sz="1100" dirty="0">
                <a:solidFill>
                  <a:schemeClr val="tx1"/>
                </a:solidFill>
              </a:rPr>
              <a:t>‐2</a:t>
            </a:r>
            <a:r>
              <a:rPr lang="ja-JP" altLang="en-US" sz="1100" dirty="0">
                <a:solidFill>
                  <a:schemeClr val="tx1"/>
                </a:solidFill>
              </a:rPr>
              <a:t>段目</a:t>
            </a:r>
            <a:endParaRPr lang="en-US" altLang="ja-JP" sz="1100" dirty="0">
              <a:solidFill>
                <a:schemeClr val="tx1"/>
              </a:solidFill>
            </a:endParaRPr>
          </a:p>
        </p:txBody>
      </p:sp>
      <p:sp>
        <p:nvSpPr>
          <p:cNvPr id="47" name="正方形/長方形 46">
            <a:extLst>
              <a:ext uri="{FF2B5EF4-FFF2-40B4-BE49-F238E27FC236}">
                <a16:creationId xmlns:a16="http://schemas.microsoft.com/office/drawing/2014/main" id="{3DFF31FF-F1E6-5DC5-DF4C-28FFB976D262}"/>
              </a:ext>
            </a:extLst>
          </p:cNvPr>
          <p:cNvSpPr/>
          <p:nvPr/>
        </p:nvSpPr>
        <p:spPr>
          <a:xfrm>
            <a:off x="5594843" y="5258108"/>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D</a:t>
            </a:r>
            <a:r>
              <a:rPr lang="ja-JP" altLang="en-US" sz="1100" dirty="0">
                <a:solidFill>
                  <a:schemeClr val="tx1"/>
                </a:solidFill>
              </a:rPr>
              <a:t>列</a:t>
            </a:r>
            <a:r>
              <a:rPr lang="en-US" altLang="ja-JP" sz="1100" dirty="0">
                <a:solidFill>
                  <a:schemeClr val="tx1"/>
                </a:solidFill>
              </a:rPr>
              <a:t>‐3</a:t>
            </a:r>
            <a:r>
              <a:rPr lang="ja-JP" altLang="en-US" sz="1100" dirty="0">
                <a:solidFill>
                  <a:schemeClr val="tx1"/>
                </a:solidFill>
              </a:rPr>
              <a:t>段目</a:t>
            </a:r>
            <a:endParaRPr lang="en-US" altLang="ja-JP" sz="1100" dirty="0">
              <a:solidFill>
                <a:schemeClr val="tx1"/>
              </a:solidFill>
            </a:endParaRPr>
          </a:p>
        </p:txBody>
      </p:sp>
      <p:sp>
        <p:nvSpPr>
          <p:cNvPr id="48" name="正方形/長方形 47">
            <a:extLst>
              <a:ext uri="{FF2B5EF4-FFF2-40B4-BE49-F238E27FC236}">
                <a16:creationId xmlns:a16="http://schemas.microsoft.com/office/drawing/2014/main" id="{52D22180-9642-503A-7C0F-EF1B2DBF3884}"/>
              </a:ext>
            </a:extLst>
          </p:cNvPr>
          <p:cNvSpPr/>
          <p:nvPr/>
        </p:nvSpPr>
        <p:spPr>
          <a:xfrm>
            <a:off x="5594843" y="4726188"/>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D</a:t>
            </a:r>
            <a:r>
              <a:rPr lang="ja-JP" altLang="en-US" sz="1100" dirty="0">
                <a:solidFill>
                  <a:schemeClr val="tx1"/>
                </a:solidFill>
              </a:rPr>
              <a:t>列</a:t>
            </a:r>
            <a:r>
              <a:rPr lang="en-US" altLang="ja-JP" sz="1100" dirty="0">
                <a:solidFill>
                  <a:schemeClr val="tx1"/>
                </a:solidFill>
              </a:rPr>
              <a:t>‐4</a:t>
            </a:r>
            <a:r>
              <a:rPr lang="ja-JP" altLang="en-US" sz="1100" dirty="0">
                <a:solidFill>
                  <a:schemeClr val="tx1"/>
                </a:solidFill>
              </a:rPr>
              <a:t>段目</a:t>
            </a:r>
            <a:endParaRPr lang="en-US" altLang="ja-JP" sz="1100" dirty="0">
              <a:solidFill>
                <a:schemeClr val="tx1"/>
              </a:solidFill>
            </a:endParaRPr>
          </a:p>
        </p:txBody>
      </p:sp>
      <p:sp>
        <p:nvSpPr>
          <p:cNvPr id="49" name="正方形/長方形 48">
            <a:extLst>
              <a:ext uri="{FF2B5EF4-FFF2-40B4-BE49-F238E27FC236}">
                <a16:creationId xmlns:a16="http://schemas.microsoft.com/office/drawing/2014/main" id="{603E609A-66FF-FB41-6FFE-5BFD7E224E0E}"/>
              </a:ext>
            </a:extLst>
          </p:cNvPr>
          <p:cNvSpPr/>
          <p:nvPr/>
        </p:nvSpPr>
        <p:spPr>
          <a:xfrm>
            <a:off x="5594843" y="4194268"/>
            <a:ext cx="1448594" cy="30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D</a:t>
            </a:r>
            <a:r>
              <a:rPr lang="ja-JP" altLang="en-US" sz="1100" dirty="0">
                <a:solidFill>
                  <a:schemeClr val="tx1"/>
                </a:solidFill>
              </a:rPr>
              <a:t>列</a:t>
            </a:r>
            <a:r>
              <a:rPr lang="en-US" altLang="ja-JP" sz="1100" dirty="0">
                <a:solidFill>
                  <a:schemeClr val="tx1"/>
                </a:solidFill>
              </a:rPr>
              <a:t>‐5</a:t>
            </a:r>
            <a:r>
              <a:rPr lang="ja-JP" altLang="en-US" sz="1100" dirty="0">
                <a:solidFill>
                  <a:schemeClr val="tx1"/>
                </a:solidFill>
              </a:rPr>
              <a:t>段目</a:t>
            </a:r>
            <a:endParaRPr lang="en-US" altLang="ja-JP" sz="1100" dirty="0">
              <a:solidFill>
                <a:schemeClr val="tx1"/>
              </a:solidFill>
            </a:endParaRPr>
          </a:p>
        </p:txBody>
      </p:sp>
      <p:sp>
        <p:nvSpPr>
          <p:cNvPr id="50" name="正方形/長方形 49">
            <a:extLst>
              <a:ext uri="{FF2B5EF4-FFF2-40B4-BE49-F238E27FC236}">
                <a16:creationId xmlns:a16="http://schemas.microsoft.com/office/drawing/2014/main" id="{FDB92F26-9011-236F-BBBE-8B33558C35F6}"/>
              </a:ext>
            </a:extLst>
          </p:cNvPr>
          <p:cNvSpPr/>
          <p:nvPr/>
        </p:nvSpPr>
        <p:spPr>
          <a:xfrm>
            <a:off x="819791" y="3587208"/>
            <a:ext cx="1669575" cy="2741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ベビーリーフ</a:t>
            </a:r>
            <a:endParaRPr lang="en-US" sz="1200" dirty="0">
              <a:solidFill>
                <a:schemeClr val="tx1"/>
              </a:solidFill>
            </a:endParaRPr>
          </a:p>
        </p:txBody>
      </p:sp>
      <p:sp>
        <p:nvSpPr>
          <p:cNvPr id="51" name="正方形/長方形 50">
            <a:extLst>
              <a:ext uri="{FF2B5EF4-FFF2-40B4-BE49-F238E27FC236}">
                <a16:creationId xmlns:a16="http://schemas.microsoft.com/office/drawing/2014/main" id="{F931D8AC-5E28-09C9-9185-CC3EC94F15D6}"/>
              </a:ext>
            </a:extLst>
          </p:cNvPr>
          <p:cNvSpPr/>
          <p:nvPr/>
        </p:nvSpPr>
        <p:spPr>
          <a:xfrm>
            <a:off x="867245" y="3639502"/>
            <a:ext cx="308836" cy="17034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52" name="正方形/長方形 51">
            <a:extLst>
              <a:ext uri="{FF2B5EF4-FFF2-40B4-BE49-F238E27FC236}">
                <a16:creationId xmlns:a16="http://schemas.microsoft.com/office/drawing/2014/main" id="{9DBE875A-F37A-5987-F9A8-CFD8913A5213}"/>
              </a:ext>
            </a:extLst>
          </p:cNvPr>
          <p:cNvSpPr/>
          <p:nvPr/>
        </p:nvSpPr>
        <p:spPr>
          <a:xfrm>
            <a:off x="2004694" y="3578420"/>
            <a:ext cx="1669575" cy="2741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レタス</a:t>
            </a:r>
            <a:endParaRPr lang="en-US" sz="1200" dirty="0">
              <a:solidFill>
                <a:schemeClr val="tx1"/>
              </a:solidFill>
            </a:endParaRPr>
          </a:p>
        </p:txBody>
      </p:sp>
      <p:sp>
        <p:nvSpPr>
          <p:cNvPr id="53" name="正方形/長方形 52">
            <a:extLst>
              <a:ext uri="{FF2B5EF4-FFF2-40B4-BE49-F238E27FC236}">
                <a16:creationId xmlns:a16="http://schemas.microsoft.com/office/drawing/2014/main" id="{F3D45F73-B491-F3E3-8380-D8657B8B346A}"/>
              </a:ext>
            </a:extLst>
          </p:cNvPr>
          <p:cNvSpPr/>
          <p:nvPr/>
        </p:nvSpPr>
        <p:spPr>
          <a:xfrm>
            <a:off x="2197723" y="3630714"/>
            <a:ext cx="308836" cy="1703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54" name="正方形/長方形 53">
            <a:extLst>
              <a:ext uri="{FF2B5EF4-FFF2-40B4-BE49-F238E27FC236}">
                <a16:creationId xmlns:a16="http://schemas.microsoft.com/office/drawing/2014/main" id="{D52B6010-1E56-8530-F222-609DA637F6D8}"/>
              </a:ext>
            </a:extLst>
          </p:cNvPr>
          <p:cNvSpPr/>
          <p:nvPr/>
        </p:nvSpPr>
        <p:spPr>
          <a:xfrm>
            <a:off x="3053802" y="3569632"/>
            <a:ext cx="1669575" cy="2741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無し</a:t>
            </a:r>
            <a:endParaRPr lang="en-US" sz="1200" dirty="0">
              <a:solidFill>
                <a:schemeClr val="tx1"/>
              </a:solidFill>
            </a:endParaRPr>
          </a:p>
        </p:txBody>
      </p:sp>
      <p:sp>
        <p:nvSpPr>
          <p:cNvPr id="55" name="正方形/長方形 54">
            <a:extLst>
              <a:ext uri="{FF2B5EF4-FFF2-40B4-BE49-F238E27FC236}">
                <a16:creationId xmlns:a16="http://schemas.microsoft.com/office/drawing/2014/main" id="{1669D6E5-5FBA-50DF-0A46-CE74AF67DB9E}"/>
              </a:ext>
            </a:extLst>
          </p:cNvPr>
          <p:cNvSpPr/>
          <p:nvPr/>
        </p:nvSpPr>
        <p:spPr>
          <a:xfrm>
            <a:off x="3246831" y="3621926"/>
            <a:ext cx="308836" cy="17034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Tree>
    <p:extLst>
      <p:ext uri="{BB962C8B-B14F-4D97-AF65-F5344CB8AC3E}">
        <p14:creationId xmlns:p14="http://schemas.microsoft.com/office/powerpoint/2010/main" val="4277843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A648B-50BB-DC2F-FB0E-6C5DFD06ED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488BC1-99A4-BEA1-EFE0-F040917C38D4}"/>
              </a:ext>
            </a:extLst>
          </p:cNvPr>
          <p:cNvSpPr>
            <a:spLocks noGrp="1"/>
          </p:cNvSpPr>
          <p:nvPr>
            <p:ph type="title"/>
          </p:nvPr>
        </p:nvSpPr>
        <p:spPr/>
        <p:txBody>
          <a:bodyPr/>
          <a:lstStyle/>
          <a:p>
            <a:r>
              <a:rPr lang="ja-JP" altLang="en-US" dirty="0"/>
              <a:t>発注管理機能</a:t>
            </a:r>
            <a:endParaRPr lang="en-US" dirty="0"/>
          </a:p>
        </p:txBody>
      </p:sp>
      <p:pic>
        <p:nvPicPr>
          <p:cNvPr id="56" name="図 55">
            <a:extLst>
              <a:ext uri="{FF2B5EF4-FFF2-40B4-BE49-F238E27FC236}">
                <a16:creationId xmlns:a16="http://schemas.microsoft.com/office/drawing/2014/main" id="{C5C5631C-E5E6-E9FB-FE10-F30F611A95A1}"/>
              </a:ext>
            </a:extLst>
          </p:cNvPr>
          <p:cNvPicPr>
            <a:picLocks noChangeAspect="1"/>
          </p:cNvPicPr>
          <p:nvPr/>
        </p:nvPicPr>
        <p:blipFill>
          <a:blip r:embed="rId2"/>
          <a:stretch>
            <a:fillRect/>
          </a:stretch>
        </p:blipFill>
        <p:spPr>
          <a:xfrm>
            <a:off x="3215068" y="1419225"/>
            <a:ext cx="7014402" cy="4889556"/>
          </a:xfrm>
          <a:prstGeom prst="rect">
            <a:avLst/>
          </a:prstGeom>
        </p:spPr>
      </p:pic>
      <p:sp>
        <p:nvSpPr>
          <p:cNvPr id="57" name="正方形/長方形 56">
            <a:extLst>
              <a:ext uri="{FF2B5EF4-FFF2-40B4-BE49-F238E27FC236}">
                <a16:creationId xmlns:a16="http://schemas.microsoft.com/office/drawing/2014/main" id="{CCF6232E-F1F2-9FB8-4953-830D5720A59D}"/>
              </a:ext>
            </a:extLst>
          </p:cNvPr>
          <p:cNvSpPr/>
          <p:nvPr/>
        </p:nvSpPr>
        <p:spPr>
          <a:xfrm>
            <a:off x="8586120" y="3414280"/>
            <a:ext cx="1385455"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URL</a:t>
            </a:r>
            <a:endParaRPr lang="en-US" dirty="0">
              <a:solidFill>
                <a:schemeClr val="tx1"/>
              </a:solidFill>
            </a:endParaRPr>
          </a:p>
        </p:txBody>
      </p:sp>
      <p:sp>
        <p:nvSpPr>
          <p:cNvPr id="58" name="正方形/長方形 57">
            <a:extLst>
              <a:ext uri="{FF2B5EF4-FFF2-40B4-BE49-F238E27FC236}">
                <a16:creationId xmlns:a16="http://schemas.microsoft.com/office/drawing/2014/main" id="{0C0CCD21-0C4A-CC21-2AAF-7CB6F6EDF15C}"/>
              </a:ext>
            </a:extLst>
          </p:cNvPr>
          <p:cNvSpPr/>
          <p:nvPr/>
        </p:nvSpPr>
        <p:spPr>
          <a:xfrm>
            <a:off x="8586120" y="3583743"/>
            <a:ext cx="1385455"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Htttps</a:t>
            </a:r>
            <a:r>
              <a:rPr lang="en-US" sz="1200" dirty="0">
                <a:solidFill>
                  <a:schemeClr val="tx1"/>
                </a:solidFill>
              </a:rPr>
              <a:t>://www…</a:t>
            </a:r>
            <a:endParaRPr lang="en-US" dirty="0">
              <a:solidFill>
                <a:schemeClr val="tx1"/>
              </a:solidFill>
            </a:endParaRPr>
          </a:p>
        </p:txBody>
      </p:sp>
      <p:sp>
        <p:nvSpPr>
          <p:cNvPr id="60" name="正方形/長方形 59">
            <a:extLst>
              <a:ext uri="{FF2B5EF4-FFF2-40B4-BE49-F238E27FC236}">
                <a16:creationId xmlns:a16="http://schemas.microsoft.com/office/drawing/2014/main" id="{018C96DF-A43F-E935-867A-49596A5995EE}"/>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正方形/長方形 60">
            <a:extLst>
              <a:ext uri="{FF2B5EF4-FFF2-40B4-BE49-F238E27FC236}">
                <a16:creationId xmlns:a16="http://schemas.microsoft.com/office/drawing/2014/main" id="{695D01BC-5C3B-CB6D-815B-DF2D2A6E1C65}"/>
              </a:ext>
            </a:extLst>
          </p:cNvPr>
          <p:cNvSpPr/>
          <p:nvPr/>
        </p:nvSpPr>
        <p:spPr>
          <a:xfrm>
            <a:off x="5987563" y="3414072"/>
            <a:ext cx="515412"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在庫</a:t>
            </a:r>
            <a:endParaRPr lang="en-US" dirty="0">
              <a:solidFill>
                <a:schemeClr val="tx1"/>
              </a:solidFill>
            </a:endParaRPr>
          </a:p>
        </p:txBody>
      </p:sp>
      <p:sp>
        <p:nvSpPr>
          <p:cNvPr id="62" name="正方形/長方形 61">
            <a:extLst>
              <a:ext uri="{FF2B5EF4-FFF2-40B4-BE49-F238E27FC236}">
                <a16:creationId xmlns:a16="http://schemas.microsoft.com/office/drawing/2014/main" id="{2B1402F2-58DE-75EB-C0EE-1B32924945DE}"/>
              </a:ext>
            </a:extLst>
          </p:cNvPr>
          <p:cNvSpPr/>
          <p:nvPr/>
        </p:nvSpPr>
        <p:spPr>
          <a:xfrm>
            <a:off x="6000077" y="3579193"/>
            <a:ext cx="515412"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30</a:t>
            </a:r>
            <a:endParaRPr lang="en-US" dirty="0">
              <a:solidFill>
                <a:schemeClr val="tx1"/>
              </a:solidFill>
            </a:endParaRPr>
          </a:p>
        </p:txBody>
      </p:sp>
      <p:sp>
        <p:nvSpPr>
          <p:cNvPr id="63" name="正方形/長方形 62">
            <a:extLst>
              <a:ext uri="{FF2B5EF4-FFF2-40B4-BE49-F238E27FC236}">
                <a16:creationId xmlns:a16="http://schemas.microsoft.com/office/drawing/2014/main" id="{E7B9153D-FC39-2085-8098-CEC47FA2844C}"/>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正方形/長方形 63">
            <a:extLst>
              <a:ext uri="{FF2B5EF4-FFF2-40B4-BE49-F238E27FC236}">
                <a16:creationId xmlns:a16="http://schemas.microsoft.com/office/drawing/2014/main" id="{5E4FC826-C92B-F8FE-97FE-9175339B1BEB}"/>
              </a:ext>
            </a:extLst>
          </p:cNvPr>
          <p:cNvSpPr/>
          <p:nvPr/>
        </p:nvSpPr>
        <p:spPr>
          <a:xfrm>
            <a:off x="4360069" y="3579193"/>
            <a:ext cx="1524000"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AA</a:t>
            </a:r>
          </a:p>
        </p:txBody>
      </p:sp>
      <p:sp>
        <p:nvSpPr>
          <p:cNvPr id="65" name="正方形/長方形 64">
            <a:extLst>
              <a:ext uri="{FF2B5EF4-FFF2-40B4-BE49-F238E27FC236}">
                <a16:creationId xmlns:a16="http://schemas.microsoft.com/office/drawing/2014/main" id="{D1B0694A-46C2-754A-B891-893DD42AE5F1}"/>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正方形/長方形 65">
            <a:extLst>
              <a:ext uri="{FF2B5EF4-FFF2-40B4-BE49-F238E27FC236}">
                <a16:creationId xmlns:a16="http://schemas.microsoft.com/office/drawing/2014/main" id="{F36026BA-E8DC-BC51-F388-9CB15BA1BF04}"/>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正方形/長方形 66">
            <a:extLst>
              <a:ext uri="{FF2B5EF4-FFF2-40B4-BE49-F238E27FC236}">
                <a16:creationId xmlns:a16="http://schemas.microsoft.com/office/drawing/2014/main" id="{86CAFA70-179B-96C8-6E40-6C2549866F02}"/>
              </a:ext>
            </a:extLst>
          </p:cNvPr>
          <p:cNvSpPr/>
          <p:nvPr/>
        </p:nvSpPr>
        <p:spPr>
          <a:xfrm>
            <a:off x="6542783" y="3405182"/>
            <a:ext cx="941486"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在庫修正</a:t>
            </a:r>
            <a:endParaRPr lang="en-US" dirty="0">
              <a:solidFill>
                <a:schemeClr val="tx1"/>
              </a:solidFill>
            </a:endParaRPr>
          </a:p>
        </p:txBody>
      </p:sp>
      <p:sp>
        <p:nvSpPr>
          <p:cNvPr id="68" name="正方形/長方形 67">
            <a:extLst>
              <a:ext uri="{FF2B5EF4-FFF2-40B4-BE49-F238E27FC236}">
                <a16:creationId xmlns:a16="http://schemas.microsoft.com/office/drawing/2014/main" id="{A7162FE1-5528-765E-F260-E82456B7A27D}"/>
              </a:ext>
            </a:extLst>
          </p:cNvPr>
          <p:cNvSpPr/>
          <p:nvPr/>
        </p:nvSpPr>
        <p:spPr>
          <a:xfrm>
            <a:off x="6646069" y="3579193"/>
            <a:ext cx="746391"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9" name="正方形/長方形 68">
            <a:extLst>
              <a:ext uri="{FF2B5EF4-FFF2-40B4-BE49-F238E27FC236}">
                <a16:creationId xmlns:a16="http://schemas.microsoft.com/office/drawing/2014/main" id="{8F3D9883-D11F-C78C-9116-01CEBF627C97}"/>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正方形/長方形 69">
            <a:extLst>
              <a:ext uri="{FF2B5EF4-FFF2-40B4-BE49-F238E27FC236}">
                <a16:creationId xmlns:a16="http://schemas.microsoft.com/office/drawing/2014/main" id="{09618676-A01C-8E40-C53B-DF92F7CE4C50}"/>
              </a:ext>
            </a:extLst>
          </p:cNvPr>
          <p:cNvSpPr/>
          <p:nvPr/>
        </p:nvSpPr>
        <p:spPr>
          <a:xfrm>
            <a:off x="3293269" y="2333625"/>
            <a:ext cx="2971800" cy="805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正方形/長方形 70">
            <a:extLst>
              <a:ext uri="{FF2B5EF4-FFF2-40B4-BE49-F238E27FC236}">
                <a16:creationId xmlns:a16="http://schemas.microsoft.com/office/drawing/2014/main" id="{9DF43382-6B68-1A1C-5121-1B90FE0EB5CA}"/>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1971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780C2-A67F-DAC5-4B7A-7FE2887905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7F2C81-11AE-2C36-3A56-189AD2EA652B}"/>
              </a:ext>
            </a:extLst>
          </p:cNvPr>
          <p:cNvSpPr>
            <a:spLocks noGrp="1"/>
          </p:cNvSpPr>
          <p:nvPr>
            <p:ph type="title"/>
          </p:nvPr>
        </p:nvSpPr>
        <p:spPr/>
        <p:txBody>
          <a:bodyPr/>
          <a:lstStyle/>
          <a:p>
            <a:r>
              <a:rPr lang="ja-JP" altLang="en-US" dirty="0"/>
              <a:t>発注管理機能</a:t>
            </a:r>
            <a:endParaRPr lang="en-US" dirty="0"/>
          </a:p>
        </p:txBody>
      </p:sp>
      <p:pic>
        <p:nvPicPr>
          <p:cNvPr id="24" name="図 23">
            <a:extLst>
              <a:ext uri="{FF2B5EF4-FFF2-40B4-BE49-F238E27FC236}">
                <a16:creationId xmlns:a16="http://schemas.microsoft.com/office/drawing/2014/main" id="{A03D6D8B-5661-129A-8B19-D23F1CAFE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02" y="842594"/>
            <a:ext cx="12352133" cy="5877662"/>
          </a:xfrm>
          <a:prstGeom prst="rect">
            <a:avLst/>
          </a:prstGeom>
        </p:spPr>
      </p:pic>
    </p:spTree>
    <p:extLst>
      <p:ext uri="{BB962C8B-B14F-4D97-AF65-F5344CB8AC3E}">
        <p14:creationId xmlns:p14="http://schemas.microsoft.com/office/powerpoint/2010/main" val="4151009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A19CD-1E67-01B3-667E-02281832EE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36D29F-CDA9-6383-271B-2051CD0A5FE9}"/>
              </a:ext>
            </a:extLst>
          </p:cNvPr>
          <p:cNvSpPr>
            <a:spLocks noGrp="1"/>
          </p:cNvSpPr>
          <p:nvPr>
            <p:ph type="title"/>
          </p:nvPr>
        </p:nvSpPr>
        <p:spPr/>
        <p:txBody>
          <a:bodyPr/>
          <a:lstStyle/>
          <a:p>
            <a:r>
              <a:rPr lang="ja-JP" altLang="en-US" dirty="0"/>
              <a:t>発注管理機能</a:t>
            </a:r>
            <a:endParaRPr lang="en-US" dirty="0"/>
          </a:p>
        </p:txBody>
      </p:sp>
      <p:pic>
        <p:nvPicPr>
          <p:cNvPr id="22" name="図 21">
            <a:extLst>
              <a:ext uri="{FF2B5EF4-FFF2-40B4-BE49-F238E27FC236}">
                <a16:creationId xmlns:a16="http://schemas.microsoft.com/office/drawing/2014/main" id="{4A0EFF2D-5979-88AB-5E7D-E91E47415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69" y="826304"/>
            <a:ext cx="12420600" cy="5910242"/>
          </a:xfrm>
          <a:prstGeom prst="rect">
            <a:avLst/>
          </a:prstGeom>
        </p:spPr>
      </p:pic>
    </p:spTree>
    <p:extLst>
      <p:ext uri="{BB962C8B-B14F-4D97-AF65-F5344CB8AC3E}">
        <p14:creationId xmlns:p14="http://schemas.microsoft.com/office/powerpoint/2010/main" val="2356263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EFC09-C630-CF8F-D94D-28DDD44BC2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34ED62-414D-5578-A96A-6AEE87DC2491}"/>
              </a:ext>
            </a:extLst>
          </p:cNvPr>
          <p:cNvSpPr>
            <a:spLocks noGrp="1"/>
          </p:cNvSpPr>
          <p:nvPr>
            <p:ph type="title"/>
          </p:nvPr>
        </p:nvSpPr>
        <p:spPr/>
        <p:txBody>
          <a:bodyPr/>
          <a:lstStyle/>
          <a:p>
            <a:r>
              <a:rPr lang="ja-JP" altLang="en-US" dirty="0"/>
              <a:t>発注管理機能</a:t>
            </a:r>
            <a:endParaRPr lang="en-US" dirty="0"/>
          </a:p>
        </p:txBody>
      </p:sp>
      <p:pic>
        <p:nvPicPr>
          <p:cNvPr id="20" name="図 19">
            <a:extLst>
              <a:ext uri="{FF2B5EF4-FFF2-40B4-BE49-F238E27FC236}">
                <a16:creationId xmlns:a16="http://schemas.microsoft.com/office/drawing/2014/main" id="{18A055E2-E088-011B-7832-D14CECC03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408" y="885825"/>
            <a:ext cx="12352133" cy="5877662"/>
          </a:xfrm>
          <a:prstGeom prst="rect">
            <a:avLst/>
          </a:prstGeom>
        </p:spPr>
      </p:pic>
    </p:spTree>
    <p:extLst>
      <p:ext uri="{BB962C8B-B14F-4D97-AF65-F5344CB8AC3E}">
        <p14:creationId xmlns:p14="http://schemas.microsoft.com/office/powerpoint/2010/main" val="2338084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0BF-16B9-73C4-A54E-F6B7803689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857A1A-581B-DBD6-D723-D04BA9475286}"/>
              </a:ext>
            </a:extLst>
          </p:cNvPr>
          <p:cNvSpPr>
            <a:spLocks noGrp="1"/>
          </p:cNvSpPr>
          <p:nvPr>
            <p:ph type="title"/>
          </p:nvPr>
        </p:nvSpPr>
        <p:spPr/>
        <p:txBody>
          <a:bodyPr/>
          <a:lstStyle/>
          <a:p>
            <a:r>
              <a:rPr lang="ja-JP" altLang="en-US" dirty="0"/>
              <a:t>発注管理機能</a:t>
            </a:r>
            <a:endParaRPr lang="en-US" dirty="0"/>
          </a:p>
        </p:txBody>
      </p:sp>
      <p:pic>
        <p:nvPicPr>
          <p:cNvPr id="18" name="図 17">
            <a:extLst>
              <a:ext uri="{FF2B5EF4-FFF2-40B4-BE49-F238E27FC236}">
                <a16:creationId xmlns:a16="http://schemas.microsoft.com/office/drawing/2014/main" id="{8D305657-8B4B-8723-053D-7D7700674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69" y="820855"/>
            <a:ext cx="12512270" cy="5953862"/>
          </a:xfrm>
          <a:prstGeom prst="rect">
            <a:avLst/>
          </a:prstGeom>
        </p:spPr>
      </p:pic>
    </p:spTree>
    <p:extLst>
      <p:ext uri="{BB962C8B-B14F-4D97-AF65-F5344CB8AC3E}">
        <p14:creationId xmlns:p14="http://schemas.microsoft.com/office/powerpoint/2010/main" val="229085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7D96-385F-5DBF-4C43-E5CFB9A3BA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66BE69-12EA-5F36-A2C2-9B0E4FAAF020}"/>
              </a:ext>
            </a:extLst>
          </p:cNvPr>
          <p:cNvSpPr>
            <a:spLocks noGrp="1"/>
          </p:cNvSpPr>
          <p:nvPr>
            <p:ph type="title"/>
          </p:nvPr>
        </p:nvSpPr>
        <p:spPr/>
        <p:txBody>
          <a:bodyPr/>
          <a:lstStyle/>
          <a:p>
            <a:r>
              <a:rPr lang="ja-JP" altLang="en-US" dirty="0"/>
              <a:t>発注管理機能</a:t>
            </a:r>
            <a:endParaRPr lang="en-US" dirty="0"/>
          </a:p>
        </p:txBody>
      </p:sp>
      <p:pic>
        <p:nvPicPr>
          <p:cNvPr id="4" name="図 3">
            <a:extLst>
              <a:ext uri="{FF2B5EF4-FFF2-40B4-BE49-F238E27FC236}">
                <a16:creationId xmlns:a16="http://schemas.microsoft.com/office/drawing/2014/main" id="{B0556967-30F5-F60E-E0A1-B3EFD3256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8" y="880693"/>
            <a:ext cx="12311325" cy="5858244"/>
          </a:xfrm>
          <a:prstGeom prst="rect">
            <a:avLst/>
          </a:prstGeom>
        </p:spPr>
      </p:pic>
    </p:spTree>
    <p:extLst>
      <p:ext uri="{BB962C8B-B14F-4D97-AF65-F5344CB8AC3E}">
        <p14:creationId xmlns:p14="http://schemas.microsoft.com/office/powerpoint/2010/main" val="2653858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C5BD-C388-DB87-06B0-EC1FA9D8A2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B3E713-0744-9A89-DCE2-3612E702F08E}"/>
              </a:ext>
            </a:extLst>
          </p:cNvPr>
          <p:cNvSpPr>
            <a:spLocks noGrp="1"/>
          </p:cNvSpPr>
          <p:nvPr>
            <p:ph type="title"/>
          </p:nvPr>
        </p:nvSpPr>
        <p:spPr/>
        <p:txBody>
          <a:bodyPr/>
          <a:lstStyle/>
          <a:p>
            <a:r>
              <a:rPr lang="ja-JP" altLang="en-US" dirty="0"/>
              <a:t>発注管理機能</a:t>
            </a:r>
            <a:endParaRPr lang="en-US" dirty="0"/>
          </a:p>
        </p:txBody>
      </p:sp>
      <p:pic>
        <p:nvPicPr>
          <p:cNvPr id="16" name="図 15">
            <a:extLst>
              <a:ext uri="{FF2B5EF4-FFF2-40B4-BE49-F238E27FC236}">
                <a16:creationId xmlns:a16="http://schemas.microsoft.com/office/drawing/2014/main" id="{4F51BBD6-3E64-7856-792A-9966BB0F8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409" y="842594"/>
            <a:ext cx="12352132" cy="5877662"/>
          </a:xfrm>
          <a:prstGeom prst="rect">
            <a:avLst/>
          </a:prstGeom>
        </p:spPr>
      </p:pic>
    </p:spTree>
    <p:extLst>
      <p:ext uri="{BB962C8B-B14F-4D97-AF65-F5344CB8AC3E}">
        <p14:creationId xmlns:p14="http://schemas.microsoft.com/office/powerpoint/2010/main" val="1069897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CB542-6C57-6D66-D922-23092B248A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056C7F-9573-2442-A55D-CAEFD5E8FABF}"/>
              </a:ext>
            </a:extLst>
          </p:cNvPr>
          <p:cNvSpPr>
            <a:spLocks noGrp="1"/>
          </p:cNvSpPr>
          <p:nvPr>
            <p:ph type="title"/>
          </p:nvPr>
        </p:nvSpPr>
        <p:spPr/>
        <p:txBody>
          <a:bodyPr/>
          <a:lstStyle/>
          <a:p>
            <a:r>
              <a:rPr lang="ja-JP" altLang="en-US" dirty="0"/>
              <a:t>発注管理機能</a:t>
            </a:r>
            <a:endParaRPr lang="en-US" dirty="0"/>
          </a:p>
        </p:txBody>
      </p:sp>
      <p:pic>
        <p:nvPicPr>
          <p:cNvPr id="14" name="図 13">
            <a:extLst>
              <a:ext uri="{FF2B5EF4-FFF2-40B4-BE49-F238E27FC236}">
                <a16:creationId xmlns:a16="http://schemas.microsoft.com/office/drawing/2014/main" id="{5838862B-3DF9-121D-621D-1E2B10867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322" y="859683"/>
            <a:ext cx="12280306" cy="5843484"/>
          </a:xfrm>
          <a:prstGeom prst="rect">
            <a:avLst/>
          </a:prstGeom>
        </p:spPr>
      </p:pic>
    </p:spTree>
    <p:extLst>
      <p:ext uri="{BB962C8B-B14F-4D97-AF65-F5344CB8AC3E}">
        <p14:creationId xmlns:p14="http://schemas.microsoft.com/office/powerpoint/2010/main" val="1993690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BD5B3-8435-93C3-E9A5-54842D0600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F97484-1338-6014-56B9-8F1F815F3BD0}"/>
              </a:ext>
            </a:extLst>
          </p:cNvPr>
          <p:cNvSpPr>
            <a:spLocks noGrp="1"/>
          </p:cNvSpPr>
          <p:nvPr>
            <p:ph type="title"/>
          </p:nvPr>
        </p:nvSpPr>
        <p:spPr/>
        <p:txBody>
          <a:bodyPr/>
          <a:lstStyle/>
          <a:p>
            <a:r>
              <a:rPr lang="ja-JP" altLang="en-US" dirty="0"/>
              <a:t>発注管理機能</a:t>
            </a:r>
            <a:endParaRPr lang="en-US" dirty="0"/>
          </a:p>
        </p:txBody>
      </p:sp>
      <p:pic>
        <p:nvPicPr>
          <p:cNvPr id="12" name="図 11">
            <a:extLst>
              <a:ext uri="{FF2B5EF4-FFF2-40B4-BE49-F238E27FC236}">
                <a16:creationId xmlns:a16="http://schemas.microsoft.com/office/drawing/2014/main" id="{D366AC2D-43F2-3439-385E-A0C38B8ED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03" y="885825"/>
            <a:ext cx="12487544" cy="5942096"/>
          </a:xfrm>
          <a:prstGeom prst="rect">
            <a:avLst/>
          </a:prstGeom>
        </p:spPr>
      </p:pic>
    </p:spTree>
    <p:extLst>
      <p:ext uri="{BB962C8B-B14F-4D97-AF65-F5344CB8AC3E}">
        <p14:creationId xmlns:p14="http://schemas.microsoft.com/office/powerpoint/2010/main" val="824171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7611F-2DDA-835E-F4B4-693D1BC8B6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72CD6F-4013-FB90-A46E-6A890C4BCF7F}"/>
              </a:ext>
            </a:extLst>
          </p:cNvPr>
          <p:cNvSpPr>
            <a:spLocks noGrp="1"/>
          </p:cNvSpPr>
          <p:nvPr>
            <p:ph type="title"/>
          </p:nvPr>
        </p:nvSpPr>
        <p:spPr/>
        <p:txBody>
          <a:bodyPr/>
          <a:lstStyle/>
          <a:p>
            <a:r>
              <a:rPr lang="ja-JP" altLang="en-US" dirty="0"/>
              <a:t>発注管理機能</a:t>
            </a:r>
            <a:endParaRPr lang="en-US" dirty="0"/>
          </a:p>
        </p:txBody>
      </p:sp>
      <p:pic>
        <p:nvPicPr>
          <p:cNvPr id="10" name="図 9">
            <a:extLst>
              <a:ext uri="{FF2B5EF4-FFF2-40B4-BE49-F238E27FC236}">
                <a16:creationId xmlns:a16="http://schemas.microsoft.com/office/drawing/2014/main" id="{8B4FB993-99CF-7F8D-77DB-EEB80C586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69" y="826304"/>
            <a:ext cx="12420600" cy="5910242"/>
          </a:xfrm>
          <a:prstGeom prst="rect">
            <a:avLst/>
          </a:prstGeom>
        </p:spPr>
      </p:pic>
    </p:spTree>
    <p:extLst>
      <p:ext uri="{BB962C8B-B14F-4D97-AF65-F5344CB8AC3E}">
        <p14:creationId xmlns:p14="http://schemas.microsoft.com/office/powerpoint/2010/main" val="638297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360B1-2329-88DB-D766-B514E214C7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48593E-7D03-3B58-8A8C-474E0F347851}"/>
              </a:ext>
            </a:extLst>
          </p:cNvPr>
          <p:cNvSpPr>
            <a:spLocks noGrp="1"/>
          </p:cNvSpPr>
          <p:nvPr>
            <p:ph type="title"/>
          </p:nvPr>
        </p:nvSpPr>
        <p:spPr/>
        <p:txBody>
          <a:bodyPr/>
          <a:lstStyle/>
          <a:p>
            <a:r>
              <a:rPr lang="ja-JP" altLang="en-US" dirty="0"/>
              <a:t>発注管理機能</a:t>
            </a:r>
            <a:endParaRPr lang="en-US" dirty="0"/>
          </a:p>
        </p:txBody>
      </p:sp>
      <p:pic>
        <p:nvPicPr>
          <p:cNvPr id="8" name="図 7">
            <a:extLst>
              <a:ext uri="{FF2B5EF4-FFF2-40B4-BE49-F238E27FC236}">
                <a16:creationId xmlns:a16="http://schemas.microsoft.com/office/drawing/2014/main" id="{67B5CA9F-A672-BC39-8D45-8CC8ADDCA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75" y="844433"/>
            <a:ext cx="12344400" cy="5873983"/>
          </a:xfrm>
          <a:prstGeom prst="rect">
            <a:avLst/>
          </a:prstGeom>
        </p:spPr>
      </p:pic>
    </p:spTree>
    <p:extLst>
      <p:ext uri="{BB962C8B-B14F-4D97-AF65-F5344CB8AC3E}">
        <p14:creationId xmlns:p14="http://schemas.microsoft.com/office/powerpoint/2010/main" val="3354040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3B489-DEC8-995E-EDBE-9DA056EBD7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40AF07-13B9-79A7-1609-D6FEAE38D0D8}"/>
              </a:ext>
            </a:extLst>
          </p:cNvPr>
          <p:cNvSpPr>
            <a:spLocks noGrp="1"/>
          </p:cNvSpPr>
          <p:nvPr>
            <p:ph type="title"/>
          </p:nvPr>
        </p:nvSpPr>
        <p:spPr/>
        <p:txBody>
          <a:bodyPr/>
          <a:lstStyle/>
          <a:p>
            <a:r>
              <a:rPr lang="ja-JP" altLang="en-US" dirty="0"/>
              <a:t>発注管理機能</a:t>
            </a:r>
            <a:endParaRPr lang="en-US" dirty="0"/>
          </a:p>
        </p:txBody>
      </p:sp>
      <p:pic>
        <p:nvPicPr>
          <p:cNvPr id="6" name="図 5">
            <a:extLst>
              <a:ext uri="{FF2B5EF4-FFF2-40B4-BE49-F238E27FC236}">
                <a16:creationId xmlns:a16="http://schemas.microsoft.com/office/drawing/2014/main" id="{4F750E5B-43D8-0285-FFF8-54784EE769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687" y="818934"/>
            <a:ext cx="12451575" cy="5924981"/>
          </a:xfrm>
          <a:prstGeom prst="rect">
            <a:avLst/>
          </a:prstGeom>
        </p:spPr>
      </p:pic>
    </p:spTree>
    <p:extLst>
      <p:ext uri="{BB962C8B-B14F-4D97-AF65-F5344CB8AC3E}">
        <p14:creationId xmlns:p14="http://schemas.microsoft.com/office/powerpoint/2010/main" val="988833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821A8-9C3C-8CDF-4F52-7545C6F5022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B7CA0A-E34D-6F78-CA90-28132679E839}"/>
              </a:ext>
            </a:extLst>
          </p:cNvPr>
          <p:cNvSpPr>
            <a:spLocks noGrp="1"/>
          </p:cNvSpPr>
          <p:nvPr>
            <p:ph type="title"/>
          </p:nvPr>
        </p:nvSpPr>
        <p:spPr/>
        <p:txBody>
          <a:bodyPr/>
          <a:lstStyle/>
          <a:p>
            <a:r>
              <a:rPr lang="ja-JP" altLang="en-US" dirty="0"/>
              <a:t>受注管理機能</a:t>
            </a:r>
            <a:endParaRPr lang="en-US" dirty="0"/>
          </a:p>
        </p:txBody>
      </p:sp>
      <p:pic>
        <p:nvPicPr>
          <p:cNvPr id="56" name="図 55">
            <a:extLst>
              <a:ext uri="{FF2B5EF4-FFF2-40B4-BE49-F238E27FC236}">
                <a16:creationId xmlns:a16="http://schemas.microsoft.com/office/drawing/2014/main" id="{065D773A-FF56-BB10-907C-E96D2DA593F7}"/>
              </a:ext>
            </a:extLst>
          </p:cNvPr>
          <p:cNvPicPr>
            <a:picLocks noChangeAspect="1"/>
          </p:cNvPicPr>
          <p:nvPr/>
        </p:nvPicPr>
        <p:blipFill>
          <a:blip r:embed="rId2"/>
          <a:stretch>
            <a:fillRect/>
          </a:stretch>
        </p:blipFill>
        <p:spPr>
          <a:xfrm>
            <a:off x="3215068" y="1419225"/>
            <a:ext cx="7014402" cy="4889556"/>
          </a:xfrm>
          <a:prstGeom prst="rect">
            <a:avLst/>
          </a:prstGeom>
        </p:spPr>
      </p:pic>
      <p:sp>
        <p:nvSpPr>
          <p:cNvPr id="57" name="正方形/長方形 56">
            <a:extLst>
              <a:ext uri="{FF2B5EF4-FFF2-40B4-BE49-F238E27FC236}">
                <a16:creationId xmlns:a16="http://schemas.microsoft.com/office/drawing/2014/main" id="{6A44D5C0-104D-08A3-E0FD-589CD4A4A111}"/>
              </a:ext>
            </a:extLst>
          </p:cNvPr>
          <p:cNvSpPr/>
          <p:nvPr/>
        </p:nvSpPr>
        <p:spPr>
          <a:xfrm>
            <a:off x="8586120" y="3414280"/>
            <a:ext cx="1385455"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URL</a:t>
            </a:r>
            <a:endParaRPr lang="en-US" dirty="0">
              <a:solidFill>
                <a:schemeClr val="tx1"/>
              </a:solidFill>
            </a:endParaRPr>
          </a:p>
        </p:txBody>
      </p:sp>
      <p:sp>
        <p:nvSpPr>
          <p:cNvPr id="58" name="正方形/長方形 57">
            <a:extLst>
              <a:ext uri="{FF2B5EF4-FFF2-40B4-BE49-F238E27FC236}">
                <a16:creationId xmlns:a16="http://schemas.microsoft.com/office/drawing/2014/main" id="{0B80994B-B3AE-AB0E-EA46-91B64C17EA04}"/>
              </a:ext>
            </a:extLst>
          </p:cNvPr>
          <p:cNvSpPr/>
          <p:nvPr/>
        </p:nvSpPr>
        <p:spPr>
          <a:xfrm>
            <a:off x="8586120" y="3583743"/>
            <a:ext cx="1385455"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Htttps</a:t>
            </a:r>
            <a:r>
              <a:rPr lang="en-US" sz="1200" dirty="0">
                <a:solidFill>
                  <a:schemeClr val="tx1"/>
                </a:solidFill>
              </a:rPr>
              <a:t>://www…</a:t>
            </a:r>
            <a:endParaRPr lang="en-US" dirty="0">
              <a:solidFill>
                <a:schemeClr val="tx1"/>
              </a:solidFill>
            </a:endParaRPr>
          </a:p>
        </p:txBody>
      </p:sp>
      <p:sp>
        <p:nvSpPr>
          <p:cNvPr id="60" name="正方形/長方形 59">
            <a:extLst>
              <a:ext uri="{FF2B5EF4-FFF2-40B4-BE49-F238E27FC236}">
                <a16:creationId xmlns:a16="http://schemas.microsoft.com/office/drawing/2014/main" id="{5F4E235F-301D-A591-FBC4-2C2A5DFB384B}"/>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正方形/長方形 60">
            <a:extLst>
              <a:ext uri="{FF2B5EF4-FFF2-40B4-BE49-F238E27FC236}">
                <a16:creationId xmlns:a16="http://schemas.microsoft.com/office/drawing/2014/main" id="{B2D1708C-16E1-FD86-BA0B-34B02BBEC3D7}"/>
              </a:ext>
            </a:extLst>
          </p:cNvPr>
          <p:cNvSpPr/>
          <p:nvPr/>
        </p:nvSpPr>
        <p:spPr>
          <a:xfrm>
            <a:off x="5987563" y="3414072"/>
            <a:ext cx="515412"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在庫</a:t>
            </a:r>
            <a:endParaRPr lang="en-US" dirty="0">
              <a:solidFill>
                <a:schemeClr val="tx1"/>
              </a:solidFill>
            </a:endParaRPr>
          </a:p>
        </p:txBody>
      </p:sp>
      <p:sp>
        <p:nvSpPr>
          <p:cNvPr id="62" name="正方形/長方形 61">
            <a:extLst>
              <a:ext uri="{FF2B5EF4-FFF2-40B4-BE49-F238E27FC236}">
                <a16:creationId xmlns:a16="http://schemas.microsoft.com/office/drawing/2014/main" id="{3818E34D-3621-BA7A-13DB-F5DFEF443B94}"/>
              </a:ext>
            </a:extLst>
          </p:cNvPr>
          <p:cNvSpPr/>
          <p:nvPr/>
        </p:nvSpPr>
        <p:spPr>
          <a:xfrm>
            <a:off x="6000077" y="3579193"/>
            <a:ext cx="515412"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30</a:t>
            </a:r>
            <a:endParaRPr lang="en-US" dirty="0">
              <a:solidFill>
                <a:schemeClr val="tx1"/>
              </a:solidFill>
            </a:endParaRPr>
          </a:p>
        </p:txBody>
      </p:sp>
      <p:sp>
        <p:nvSpPr>
          <p:cNvPr id="63" name="正方形/長方形 62">
            <a:extLst>
              <a:ext uri="{FF2B5EF4-FFF2-40B4-BE49-F238E27FC236}">
                <a16:creationId xmlns:a16="http://schemas.microsoft.com/office/drawing/2014/main" id="{735C53B1-2913-0976-0ADA-8A4F1CEA2427}"/>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正方形/長方形 63">
            <a:extLst>
              <a:ext uri="{FF2B5EF4-FFF2-40B4-BE49-F238E27FC236}">
                <a16:creationId xmlns:a16="http://schemas.microsoft.com/office/drawing/2014/main" id="{3D7C5BA0-2D81-7B91-56B0-8FF12F2A571F}"/>
              </a:ext>
            </a:extLst>
          </p:cNvPr>
          <p:cNvSpPr/>
          <p:nvPr/>
        </p:nvSpPr>
        <p:spPr>
          <a:xfrm>
            <a:off x="4360069" y="3579193"/>
            <a:ext cx="1524000"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AA</a:t>
            </a:r>
          </a:p>
        </p:txBody>
      </p:sp>
      <p:sp>
        <p:nvSpPr>
          <p:cNvPr id="65" name="正方形/長方形 64">
            <a:extLst>
              <a:ext uri="{FF2B5EF4-FFF2-40B4-BE49-F238E27FC236}">
                <a16:creationId xmlns:a16="http://schemas.microsoft.com/office/drawing/2014/main" id="{77CDD03D-7D7C-064C-3B55-B79A2CBCCB5C}"/>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正方形/長方形 65">
            <a:extLst>
              <a:ext uri="{FF2B5EF4-FFF2-40B4-BE49-F238E27FC236}">
                <a16:creationId xmlns:a16="http://schemas.microsoft.com/office/drawing/2014/main" id="{6159274D-5C13-6729-BC54-C58DB6ED77CD}"/>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正方形/長方形 66">
            <a:extLst>
              <a:ext uri="{FF2B5EF4-FFF2-40B4-BE49-F238E27FC236}">
                <a16:creationId xmlns:a16="http://schemas.microsoft.com/office/drawing/2014/main" id="{3A808666-05CA-61AC-8149-F8397D11085D}"/>
              </a:ext>
            </a:extLst>
          </p:cNvPr>
          <p:cNvSpPr/>
          <p:nvPr/>
        </p:nvSpPr>
        <p:spPr>
          <a:xfrm>
            <a:off x="6542783" y="3405182"/>
            <a:ext cx="941486"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在庫修正</a:t>
            </a:r>
            <a:endParaRPr lang="en-US" dirty="0">
              <a:solidFill>
                <a:schemeClr val="tx1"/>
              </a:solidFill>
            </a:endParaRPr>
          </a:p>
        </p:txBody>
      </p:sp>
      <p:sp>
        <p:nvSpPr>
          <p:cNvPr id="68" name="正方形/長方形 67">
            <a:extLst>
              <a:ext uri="{FF2B5EF4-FFF2-40B4-BE49-F238E27FC236}">
                <a16:creationId xmlns:a16="http://schemas.microsoft.com/office/drawing/2014/main" id="{10C64D69-1EA6-A7D2-D4AE-66BD70D8B104}"/>
              </a:ext>
            </a:extLst>
          </p:cNvPr>
          <p:cNvSpPr/>
          <p:nvPr/>
        </p:nvSpPr>
        <p:spPr>
          <a:xfrm>
            <a:off x="6646069" y="3579193"/>
            <a:ext cx="746391" cy="138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9" name="正方形/長方形 68">
            <a:extLst>
              <a:ext uri="{FF2B5EF4-FFF2-40B4-BE49-F238E27FC236}">
                <a16:creationId xmlns:a16="http://schemas.microsoft.com/office/drawing/2014/main" id="{438630D9-B259-E63C-E6E6-970DA9CA4CCB}"/>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正方形/長方形 69">
            <a:extLst>
              <a:ext uri="{FF2B5EF4-FFF2-40B4-BE49-F238E27FC236}">
                <a16:creationId xmlns:a16="http://schemas.microsoft.com/office/drawing/2014/main" id="{06A538DC-912B-F9BC-822A-A56267FC3A86}"/>
              </a:ext>
            </a:extLst>
          </p:cNvPr>
          <p:cNvSpPr/>
          <p:nvPr/>
        </p:nvSpPr>
        <p:spPr>
          <a:xfrm>
            <a:off x="3293269" y="2333625"/>
            <a:ext cx="2971800" cy="805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正方形/長方形 70">
            <a:extLst>
              <a:ext uri="{FF2B5EF4-FFF2-40B4-BE49-F238E27FC236}">
                <a16:creationId xmlns:a16="http://schemas.microsoft.com/office/drawing/2014/main" id="{DEFFDA39-0B58-62F1-797B-EBA180118634}"/>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5336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E74D3-89E2-3B7B-6D76-07CCBDEE06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6BDFF6-BEC0-53B9-EB02-4A0BE2EA6D96}"/>
              </a:ext>
            </a:extLst>
          </p:cNvPr>
          <p:cNvSpPr>
            <a:spLocks noGrp="1"/>
          </p:cNvSpPr>
          <p:nvPr>
            <p:ph type="title"/>
          </p:nvPr>
        </p:nvSpPr>
        <p:spPr/>
        <p:txBody>
          <a:bodyPr/>
          <a:lstStyle/>
          <a:p>
            <a:r>
              <a:rPr lang="ja-JP" altLang="en-US" dirty="0"/>
              <a:t>受注管理機能</a:t>
            </a:r>
            <a:endParaRPr lang="en-US" dirty="0"/>
          </a:p>
        </p:txBody>
      </p:sp>
      <p:sp>
        <p:nvSpPr>
          <p:cNvPr id="60" name="正方形/長方形 59">
            <a:extLst>
              <a:ext uri="{FF2B5EF4-FFF2-40B4-BE49-F238E27FC236}">
                <a16:creationId xmlns:a16="http://schemas.microsoft.com/office/drawing/2014/main" id="{20A67D4E-255E-CC9C-B131-59D1AC8C5EEF}"/>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正方形/長方形 62">
            <a:extLst>
              <a:ext uri="{FF2B5EF4-FFF2-40B4-BE49-F238E27FC236}">
                <a16:creationId xmlns:a16="http://schemas.microsoft.com/office/drawing/2014/main" id="{B572836F-CA0B-3B5A-B50B-42AB39A5BB58}"/>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正方形/長方形 64">
            <a:extLst>
              <a:ext uri="{FF2B5EF4-FFF2-40B4-BE49-F238E27FC236}">
                <a16:creationId xmlns:a16="http://schemas.microsoft.com/office/drawing/2014/main" id="{94C8A0FB-BE3F-0548-FDC3-C34C7DB103BC}"/>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正方形/長方形 65">
            <a:extLst>
              <a:ext uri="{FF2B5EF4-FFF2-40B4-BE49-F238E27FC236}">
                <a16:creationId xmlns:a16="http://schemas.microsoft.com/office/drawing/2014/main" id="{F996E1DF-5AC9-2BF1-AB8E-5BBFC01EBFE3}"/>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正方形/長方形 68">
            <a:extLst>
              <a:ext uri="{FF2B5EF4-FFF2-40B4-BE49-F238E27FC236}">
                <a16:creationId xmlns:a16="http://schemas.microsoft.com/office/drawing/2014/main" id="{69280827-2593-5A9D-56BD-0E99E6589657}"/>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6A344789-F1F0-7AEA-0E06-D4A1221E328C}"/>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図 13">
            <a:extLst>
              <a:ext uri="{FF2B5EF4-FFF2-40B4-BE49-F238E27FC236}">
                <a16:creationId xmlns:a16="http://schemas.microsoft.com/office/drawing/2014/main" id="{63688E26-1DB0-1EB9-0CF8-5EDB0789C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9" y="876143"/>
            <a:ext cx="12192000" cy="5801464"/>
          </a:xfrm>
          <a:prstGeom prst="rect">
            <a:avLst/>
          </a:prstGeom>
        </p:spPr>
      </p:pic>
    </p:spTree>
    <p:extLst>
      <p:ext uri="{BB962C8B-B14F-4D97-AF65-F5344CB8AC3E}">
        <p14:creationId xmlns:p14="http://schemas.microsoft.com/office/powerpoint/2010/main" val="3299856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7E937-FF70-DE28-FC06-AA77884A85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B3C4C5-DDE0-595D-98A7-70FD9B2CC830}"/>
              </a:ext>
            </a:extLst>
          </p:cNvPr>
          <p:cNvSpPr>
            <a:spLocks noGrp="1"/>
          </p:cNvSpPr>
          <p:nvPr>
            <p:ph type="title"/>
          </p:nvPr>
        </p:nvSpPr>
        <p:spPr/>
        <p:txBody>
          <a:bodyPr/>
          <a:lstStyle/>
          <a:p>
            <a:r>
              <a:rPr lang="ja-JP" altLang="en-US" dirty="0"/>
              <a:t>受注管理機能</a:t>
            </a:r>
            <a:endParaRPr lang="en-US" dirty="0"/>
          </a:p>
        </p:txBody>
      </p:sp>
      <p:sp>
        <p:nvSpPr>
          <p:cNvPr id="60" name="正方形/長方形 59">
            <a:extLst>
              <a:ext uri="{FF2B5EF4-FFF2-40B4-BE49-F238E27FC236}">
                <a16:creationId xmlns:a16="http://schemas.microsoft.com/office/drawing/2014/main" id="{6E97FDCB-85E6-42DF-8B8F-578D13D08BF5}"/>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正方形/長方形 62">
            <a:extLst>
              <a:ext uri="{FF2B5EF4-FFF2-40B4-BE49-F238E27FC236}">
                <a16:creationId xmlns:a16="http://schemas.microsoft.com/office/drawing/2014/main" id="{AE0939EE-B783-2A5C-609F-BB377AE89094}"/>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正方形/長方形 64">
            <a:extLst>
              <a:ext uri="{FF2B5EF4-FFF2-40B4-BE49-F238E27FC236}">
                <a16:creationId xmlns:a16="http://schemas.microsoft.com/office/drawing/2014/main" id="{BD9A5EB2-5729-BF15-2139-6CE0393CC37E}"/>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正方形/長方形 65">
            <a:extLst>
              <a:ext uri="{FF2B5EF4-FFF2-40B4-BE49-F238E27FC236}">
                <a16:creationId xmlns:a16="http://schemas.microsoft.com/office/drawing/2014/main" id="{72A574C9-1B47-4187-88A5-ADBDB2D648CE}"/>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正方形/長方形 68">
            <a:extLst>
              <a:ext uri="{FF2B5EF4-FFF2-40B4-BE49-F238E27FC236}">
                <a16:creationId xmlns:a16="http://schemas.microsoft.com/office/drawing/2014/main" id="{63AA038B-77BD-88D0-6910-245FCF34E532}"/>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17429AF7-34B1-580A-CA1D-6F54F7329D6F}"/>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図 11">
            <a:extLst>
              <a:ext uri="{FF2B5EF4-FFF2-40B4-BE49-F238E27FC236}">
                <a16:creationId xmlns:a16="http://schemas.microsoft.com/office/drawing/2014/main" id="{B9FF0515-C02D-2E8E-D99D-DCB7C573A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151" y="871257"/>
            <a:ext cx="12274083" cy="5840523"/>
          </a:xfrm>
          <a:prstGeom prst="rect">
            <a:avLst/>
          </a:prstGeom>
        </p:spPr>
      </p:pic>
    </p:spTree>
    <p:extLst>
      <p:ext uri="{BB962C8B-B14F-4D97-AF65-F5344CB8AC3E}">
        <p14:creationId xmlns:p14="http://schemas.microsoft.com/office/powerpoint/2010/main" val="1893812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EE55-C088-E7A1-BC4D-51D04F2767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6158C4-0D46-CF1D-A41F-CA2A83BBFB62}"/>
              </a:ext>
            </a:extLst>
          </p:cNvPr>
          <p:cNvSpPr>
            <a:spLocks noGrp="1"/>
          </p:cNvSpPr>
          <p:nvPr>
            <p:ph type="title"/>
          </p:nvPr>
        </p:nvSpPr>
        <p:spPr/>
        <p:txBody>
          <a:bodyPr/>
          <a:lstStyle/>
          <a:p>
            <a:r>
              <a:rPr lang="ja-JP" altLang="en-US" dirty="0"/>
              <a:t>受注管理機能</a:t>
            </a:r>
            <a:endParaRPr lang="en-US" dirty="0"/>
          </a:p>
        </p:txBody>
      </p:sp>
      <p:sp>
        <p:nvSpPr>
          <p:cNvPr id="60" name="正方形/長方形 59">
            <a:extLst>
              <a:ext uri="{FF2B5EF4-FFF2-40B4-BE49-F238E27FC236}">
                <a16:creationId xmlns:a16="http://schemas.microsoft.com/office/drawing/2014/main" id="{4DDFEB52-F553-F327-EE54-33D0577ACFA5}"/>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正方形/長方形 62">
            <a:extLst>
              <a:ext uri="{FF2B5EF4-FFF2-40B4-BE49-F238E27FC236}">
                <a16:creationId xmlns:a16="http://schemas.microsoft.com/office/drawing/2014/main" id="{576A95AB-B075-6854-6840-8884DE17D814}"/>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正方形/長方形 64">
            <a:extLst>
              <a:ext uri="{FF2B5EF4-FFF2-40B4-BE49-F238E27FC236}">
                <a16:creationId xmlns:a16="http://schemas.microsoft.com/office/drawing/2014/main" id="{CCBDD92E-5602-9171-224E-E2A977943329}"/>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正方形/長方形 65">
            <a:extLst>
              <a:ext uri="{FF2B5EF4-FFF2-40B4-BE49-F238E27FC236}">
                <a16:creationId xmlns:a16="http://schemas.microsoft.com/office/drawing/2014/main" id="{055083DE-D834-C7C1-9AD4-9C4CCAA5D68C}"/>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正方形/長方形 68">
            <a:extLst>
              <a:ext uri="{FF2B5EF4-FFF2-40B4-BE49-F238E27FC236}">
                <a16:creationId xmlns:a16="http://schemas.microsoft.com/office/drawing/2014/main" id="{3194D67A-39BD-58F3-ECFB-B15D19C32D1A}"/>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6B2CA2EA-AB49-7052-C7D0-E7A2D1B6E1BC}"/>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図 9">
            <a:extLst>
              <a:ext uri="{FF2B5EF4-FFF2-40B4-BE49-F238E27FC236}">
                <a16:creationId xmlns:a16="http://schemas.microsoft.com/office/drawing/2014/main" id="{C3F2BE87-3B7D-D025-3864-393D72C50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186" y="889832"/>
            <a:ext cx="12196014" cy="5803374"/>
          </a:xfrm>
          <a:prstGeom prst="rect">
            <a:avLst/>
          </a:prstGeom>
        </p:spPr>
      </p:pic>
    </p:spTree>
    <p:extLst>
      <p:ext uri="{BB962C8B-B14F-4D97-AF65-F5344CB8AC3E}">
        <p14:creationId xmlns:p14="http://schemas.microsoft.com/office/powerpoint/2010/main" val="808720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9B631-DE6C-159A-A26B-74160CE874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9BB18B-D740-4A22-DBD7-873726C1F9B8}"/>
              </a:ext>
            </a:extLst>
          </p:cNvPr>
          <p:cNvSpPr>
            <a:spLocks noGrp="1"/>
          </p:cNvSpPr>
          <p:nvPr>
            <p:ph type="title"/>
          </p:nvPr>
        </p:nvSpPr>
        <p:spPr/>
        <p:txBody>
          <a:bodyPr/>
          <a:lstStyle/>
          <a:p>
            <a:r>
              <a:rPr lang="ja-JP" altLang="en-US" dirty="0"/>
              <a:t>受注管理機能</a:t>
            </a:r>
            <a:endParaRPr lang="en-US" dirty="0"/>
          </a:p>
        </p:txBody>
      </p:sp>
      <p:sp>
        <p:nvSpPr>
          <p:cNvPr id="60" name="正方形/長方形 59">
            <a:extLst>
              <a:ext uri="{FF2B5EF4-FFF2-40B4-BE49-F238E27FC236}">
                <a16:creationId xmlns:a16="http://schemas.microsoft.com/office/drawing/2014/main" id="{E2262178-8FFB-03D2-D221-0D010736F513}"/>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正方形/長方形 62">
            <a:extLst>
              <a:ext uri="{FF2B5EF4-FFF2-40B4-BE49-F238E27FC236}">
                <a16:creationId xmlns:a16="http://schemas.microsoft.com/office/drawing/2014/main" id="{8CCF54DE-CC57-F94E-57FD-28090238A791}"/>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正方形/長方形 64">
            <a:extLst>
              <a:ext uri="{FF2B5EF4-FFF2-40B4-BE49-F238E27FC236}">
                <a16:creationId xmlns:a16="http://schemas.microsoft.com/office/drawing/2014/main" id="{68D8D7C7-BE65-0FD9-09B9-47BD82B05A3A}"/>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正方形/長方形 68">
            <a:extLst>
              <a:ext uri="{FF2B5EF4-FFF2-40B4-BE49-F238E27FC236}">
                <a16:creationId xmlns:a16="http://schemas.microsoft.com/office/drawing/2014/main" id="{0E813D31-1A85-2E7C-29B7-FB1CF0886B54}"/>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BE022171-A4F4-4801-8EAE-E8B78F31A570}"/>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図 7">
            <a:extLst>
              <a:ext uri="{FF2B5EF4-FFF2-40B4-BE49-F238E27FC236}">
                <a16:creationId xmlns:a16="http://schemas.microsoft.com/office/drawing/2014/main" id="{6CFEBC39-FE44-7D23-7D2C-CE3C054BB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839" y="947302"/>
            <a:ext cx="12073230" cy="5744949"/>
          </a:xfrm>
          <a:prstGeom prst="rect">
            <a:avLst/>
          </a:prstGeom>
        </p:spPr>
      </p:pic>
    </p:spTree>
    <p:extLst>
      <p:ext uri="{BB962C8B-B14F-4D97-AF65-F5344CB8AC3E}">
        <p14:creationId xmlns:p14="http://schemas.microsoft.com/office/powerpoint/2010/main" val="1565419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352F-8DAB-DC2B-4100-3C79EEA718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8E68C2-1A1C-1C73-3383-E0974EC3EED8}"/>
              </a:ext>
            </a:extLst>
          </p:cNvPr>
          <p:cNvSpPr>
            <a:spLocks noGrp="1"/>
          </p:cNvSpPr>
          <p:nvPr>
            <p:ph type="title"/>
          </p:nvPr>
        </p:nvSpPr>
        <p:spPr/>
        <p:txBody>
          <a:bodyPr/>
          <a:lstStyle/>
          <a:p>
            <a:r>
              <a:rPr lang="ja-JP" altLang="en-US" dirty="0"/>
              <a:t>受注管理機能</a:t>
            </a:r>
            <a:endParaRPr lang="en-US" dirty="0"/>
          </a:p>
        </p:txBody>
      </p:sp>
      <p:sp>
        <p:nvSpPr>
          <p:cNvPr id="60" name="正方形/長方形 59">
            <a:extLst>
              <a:ext uri="{FF2B5EF4-FFF2-40B4-BE49-F238E27FC236}">
                <a16:creationId xmlns:a16="http://schemas.microsoft.com/office/drawing/2014/main" id="{280C4F1C-E0FF-4655-6047-2BBFC6BEDDBB}"/>
              </a:ext>
            </a:extLst>
          </p:cNvPr>
          <p:cNvSpPr/>
          <p:nvPr/>
        </p:nvSpPr>
        <p:spPr>
          <a:xfrm>
            <a:off x="8485103" y="3758680"/>
            <a:ext cx="1600200" cy="2421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正方形/長方形 62">
            <a:extLst>
              <a:ext uri="{FF2B5EF4-FFF2-40B4-BE49-F238E27FC236}">
                <a16:creationId xmlns:a16="http://schemas.microsoft.com/office/drawing/2014/main" id="{F38E9EA1-2526-64B6-E462-7BC4ED8F7B3F}"/>
              </a:ext>
            </a:extLst>
          </p:cNvPr>
          <p:cNvSpPr/>
          <p:nvPr/>
        </p:nvSpPr>
        <p:spPr>
          <a:xfrm>
            <a:off x="5960269" y="3758679"/>
            <a:ext cx="609600"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正方形/長方形 64">
            <a:extLst>
              <a:ext uri="{FF2B5EF4-FFF2-40B4-BE49-F238E27FC236}">
                <a16:creationId xmlns:a16="http://schemas.microsoft.com/office/drawing/2014/main" id="{A3A67D50-F2BA-FA8B-74B4-6BEC94BB8F39}"/>
              </a:ext>
            </a:extLst>
          </p:cNvPr>
          <p:cNvSpPr/>
          <p:nvPr/>
        </p:nvSpPr>
        <p:spPr>
          <a:xfrm>
            <a:off x="4318943" y="3791519"/>
            <a:ext cx="1565126"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正方形/長方形 68">
            <a:extLst>
              <a:ext uri="{FF2B5EF4-FFF2-40B4-BE49-F238E27FC236}">
                <a16:creationId xmlns:a16="http://schemas.microsoft.com/office/drawing/2014/main" id="{3C908B4F-9615-12A8-09D3-EBA786FAA387}"/>
              </a:ext>
            </a:extLst>
          </p:cNvPr>
          <p:cNvSpPr/>
          <p:nvPr/>
        </p:nvSpPr>
        <p:spPr>
          <a:xfrm>
            <a:off x="6646068" y="3776875"/>
            <a:ext cx="746391"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422F4347-DAAF-61BA-DB9C-4B0DBF9247E6}"/>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50945BCB-0CFF-682D-6927-607B44901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917" y="852930"/>
            <a:ext cx="12351115" cy="5877178"/>
          </a:xfrm>
          <a:prstGeom prst="rect">
            <a:avLst/>
          </a:prstGeom>
        </p:spPr>
      </p:pic>
    </p:spTree>
    <p:extLst>
      <p:ext uri="{BB962C8B-B14F-4D97-AF65-F5344CB8AC3E}">
        <p14:creationId xmlns:p14="http://schemas.microsoft.com/office/powerpoint/2010/main" val="4119226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0BB21-052D-4A59-23DF-0052E14BB6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C0BB97-C8C7-D147-3306-4AFB0E81004C}"/>
              </a:ext>
            </a:extLst>
          </p:cNvPr>
          <p:cNvSpPr>
            <a:spLocks noGrp="1"/>
          </p:cNvSpPr>
          <p:nvPr>
            <p:ph type="title"/>
          </p:nvPr>
        </p:nvSpPr>
        <p:spPr/>
        <p:txBody>
          <a:bodyPr/>
          <a:lstStyle/>
          <a:p>
            <a:r>
              <a:rPr lang="ja-JP" altLang="en-US" dirty="0"/>
              <a:t>受注管理機能</a:t>
            </a:r>
            <a:endParaRPr lang="en-US" dirty="0"/>
          </a:p>
        </p:txBody>
      </p:sp>
      <p:sp>
        <p:nvSpPr>
          <p:cNvPr id="66" name="正方形/長方形 65">
            <a:extLst>
              <a:ext uri="{FF2B5EF4-FFF2-40B4-BE49-F238E27FC236}">
                <a16:creationId xmlns:a16="http://schemas.microsoft.com/office/drawing/2014/main" id="{33FE243C-5836-8577-F178-4C02B05F69B1}"/>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D730E778-84F3-F28B-BAB3-BBE0834CF439}"/>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646CEFA1-C941-AA0E-2E34-E579E4595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231" y="854064"/>
            <a:ext cx="12303923" cy="5854722"/>
          </a:xfrm>
          <a:prstGeom prst="rect">
            <a:avLst/>
          </a:prstGeom>
        </p:spPr>
      </p:pic>
    </p:spTree>
    <p:extLst>
      <p:ext uri="{BB962C8B-B14F-4D97-AF65-F5344CB8AC3E}">
        <p14:creationId xmlns:p14="http://schemas.microsoft.com/office/powerpoint/2010/main" val="1464501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96B2-235F-7C2D-9421-39E566F061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F92FF9-DD56-894D-2E81-DE88BFCAC01E}"/>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C00145EC-DD28-82EE-2DD2-79C582E6D919}"/>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図 2">
            <a:extLst>
              <a:ext uri="{FF2B5EF4-FFF2-40B4-BE49-F238E27FC236}">
                <a16:creationId xmlns:a16="http://schemas.microsoft.com/office/drawing/2014/main" id="{AE6F0D22-E373-9B30-255C-6DFD19F7F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00" y="1012132"/>
            <a:ext cx="11639550" cy="5538585"/>
          </a:xfrm>
          <a:prstGeom prst="rect">
            <a:avLst/>
          </a:prstGeom>
        </p:spPr>
      </p:pic>
    </p:spTree>
    <p:extLst>
      <p:ext uri="{BB962C8B-B14F-4D97-AF65-F5344CB8AC3E}">
        <p14:creationId xmlns:p14="http://schemas.microsoft.com/office/powerpoint/2010/main" val="2713572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37D35-572E-4D4D-ECFC-ECC320710B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F07DB1-E11B-D425-B39C-A859BA434002}"/>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DA0C5A57-CA88-6A1A-47BE-0B56E3B0338D}"/>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図 45">
            <a:extLst>
              <a:ext uri="{FF2B5EF4-FFF2-40B4-BE49-F238E27FC236}">
                <a16:creationId xmlns:a16="http://schemas.microsoft.com/office/drawing/2014/main" id="{AB533B7F-7A9F-006A-31A1-8228F3A4C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61" y="1114425"/>
            <a:ext cx="12210464" cy="5810250"/>
          </a:xfrm>
          <a:prstGeom prst="rect">
            <a:avLst/>
          </a:prstGeom>
        </p:spPr>
      </p:pic>
    </p:spTree>
    <p:extLst>
      <p:ext uri="{BB962C8B-B14F-4D97-AF65-F5344CB8AC3E}">
        <p14:creationId xmlns:p14="http://schemas.microsoft.com/office/powerpoint/2010/main" val="4205536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E65A5-0846-6FC4-7837-85D7ED1B32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A69417-55F9-04D4-89FD-19AE475527EF}"/>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0F42A589-5046-9BF4-7F3C-06517965B5CB}"/>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図 43">
            <a:extLst>
              <a:ext uri="{FF2B5EF4-FFF2-40B4-BE49-F238E27FC236}">
                <a16:creationId xmlns:a16="http://schemas.microsoft.com/office/drawing/2014/main" id="{87CD2B8F-41EB-19CA-2657-077F0CB4A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612" y="884019"/>
            <a:ext cx="12214257" cy="5812055"/>
          </a:xfrm>
          <a:prstGeom prst="rect">
            <a:avLst/>
          </a:prstGeom>
        </p:spPr>
      </p:pic>
    </p:spTree>
    <p:extLst>
      <p:ext uri="{BB962C8B-B14F-4D97-AF65-F5344CB8AC3E}">
        <p14:creationId xmlns:p14="http://schemas.microsoft.com/office/powerpoint/2010/main" val="3154121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38C4E-CF00-1185-873A-82D3C1AB81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F93141-4AF6-5F85-D015-5B1B618C8538}"/>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17692989-27F8-6777-093D-353F31B631A5}"/>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図 41">
            <a:extLst>
              <a:ext uri="{FF2B5EF4-FFF2-40B4-BE49-F238E27FC236}">
                <a16:creationId xmlns:a16="http://schemas.microsoft.com/office/drawing/2014/main" id="{B8EEDA7D-FD42-04DC-32A8-147A16E10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47" y="999538"/>
            <a:ext cx="11692483" cy="5563773"/>
          </a:xfrm>
          <a:prstGeom prst="rect">
            <a:avLst/>
          </a:prstGeom>
        </p:spPr>
      </p:pic>
    </p:spTree>
    <p:extLst>
      <p:ext uri="{BB962C8B-B14F-4D97-AF65-F5344CB8AC3E}">
        <p14:creationId xmlns:p14="http://schemas.microsoft.com/office/powerpoint/2010/main" val="275449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F696-599E-9A17-4A0F-FD542B9A4F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61E22E-E834-34A5-EBBF-E23DB290A213}"/>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8A0B22E2-787A-33EF-A964-E5DBD78D5FD6}"/>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図 37">
            <a:extLst>
              <a:ext uri="{FF2B5EF4-FFF2-40B4-BE49-F238E27FC236}">
                <a16:creationId xmlns:a16="http://schemas.microsoft.com/office/drawing/2014/main" id="{EE2AD664-F1FD-0F38-3A7C-3F1C74C5F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933" y="1019804"/>
            <a:ext cx="11921083" cy="5672550"/>
          </a:xfrm>
          <a:prstGeom prst="rect">
            <a:avLst/>
          </a:prstGeom>
        </p:spPr>
      </p:pic>
    </p:spTree>
    <p:extLst>
      <p:ext uri="{BB962C8B-B14F-4D97-AF65-F5344CB8AC3E}">
        <p14:creationId xmlns:p14="http://schemas.microsoft.com/office/powerpoint/2010/main" val="1699811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949CB-8466-6A4B-4BB1-49F20C8243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17221A-F4A4-15F9-9170-9567462EC882}"/>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C21FD5B1-CEF0-17C1-2CC3-9062CDCD2A63}"/>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図 35">
            <a:extLst>
              <a:ext uri="{FF2B5EF4-FFF2-40B4-BE49-F238E27FC236}">
                <a16:creationId xmlns:a16="http://schemas.microsoft.com/office/drawing/2014/main" id="{90880798-CEE4-C61F-BB13-D4D6152230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169" y="862563"/>
            <a:ext cx="12268200" cy="5837724"/>
          </a:xfrm>
          <a:prstGeom prst="rect">
            <a:avLst/>
          </a:prstGeom>
        </p:spPr>
      </p:pic>
    </p:spTree>
    <p:extLst>
      <p:ext uri="{BB962C8B-B14F-4D97-AF65-F5344CB8AC3E}">
        <p14:creationId xmlns:p14="http://schemas.microsoft.com/office/powerpoint/2010/main" val="2984489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00FA7-FA37-1A2D-ACAF-344EF1D51F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939C59-FB4B-25AE-7BAC-5A982793DDB8}"/>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62C36A35-8F83-71C0-19EA-2D6F9E2688E8}"/>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図 33">
            <a:extLst>
              <a:ext uri="{FF2B5EF4-FFF2-40B4-BE49-F238E27FC236}">
                <a16:creationId xmlns:a16="http://schemas.microsoft.com/office/drawing/2014/main" id="{8FF90B8F-996D-844F-A59B-BCCA259CFD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475" y="890890"/>
            <a:ext cx="12192000" cy="5801464"/>
          </a:xfrm>
          <a:prstGeom prst="rect">
            <a:avLst/>
          </a:prstGeom>
        </p:spPr>
      </p:pic>
    </p:spTree>
    <p:extLst>
      <p:ext uri="{BB962C8B-B14F-4D97-AF65-F5344CB8AC3E}">
        <p14:creationId xmlns:p14="http://schemas.microsoft.com/office/powerpoint/2010/main" val="3719426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715C6-4BB4-41EA-2322-A5ADEDCC92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114882-FF88-34A2-982E-28560DA4CE31}"/>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27858B8C-4579-C54B-0F8E-A7CDEDF02862}"/>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図 31">
            <a:extLst>
              <a:ext uri="{FF2B5EF4-FFF2-40B4-BE49-F238E27FC236}">
                <a16:creationId xmlns:a16="http://schemas.microsoft.com/office/drawing/2014/main" id="{1B25BD18-F16B-5BEC-785E-103727524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69" y="962025"/>
            <a:ext cx="12039600" cy="5728946"/>
          </a:xfrm>
          <a:prstGeom prst="rect">
            <a:avLst/>
          </a:prstGeom>
        </p:spPr>
      </p:pic>
    </p:spTree>
    <p:extLst>
      <p:ext uri="{BB962C8B-B14F-4D97-AF65-F5344CB8AC3E}">
        <p14:creationId xmlns:p14="http://schemas.microsoft.com/office/powerpoint/2010/main" val="1584261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1B8A5-7837-96FD-BA4B-827859D564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C16974-04E6-1A31-5FC2-01649050E0A5}"/>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83770681-9330-364F-7125-BB4153AA4FE5}"/>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図 29">
            <a:extLst>
              <a:ext uri="{FF2B5EF4-FFF2-40B4-BE49-F238E27FC236}">
                <a16:creationId xmlns:a16="http://schemas.microsoft.com/office/drawing/2014/main" id="{4F9D673B-C1DE-4CEF-03CD-EFDF72990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9" y="958343"/>
            <a:ext cx="12192000" cy="5801464"/>
          </a:xfrm>
          <a:prstGeom prst="rect">
            <a:avLst/>
          </a:prstGeom>
        </p:spPr>
      </p:pic>
    </p:spTree>
    <p:extLst>
      <p:ext uri="{BB962C8B-B14F-4D97-AF65-F5344CB8AC3E}">
        <p14:creationId xmlns:p14="http://schemas.microsoft.com/office/powerpoint/2010/main" val="3952419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6AFB3-0412-150D-B2E5-2B3B748E23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747A19-8ADE-E2A8-59C6-35ACDA33BCF7}"/>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53083D60-AEF8-B625-B486-52F8376250BD}"/>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図 27">
            <a:extLst>
              <a:ext uri="{FF2B5EF4-FFF2-40B4-BE49-F238E27FC236}">
                <a16:creationId xmlns:a16="http://schemas.microsoft.com/office/drawing/2014/main" id="{7551F344-854B-8DAF-E662-4C72A59E0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968" y="812776"/>
            <a:ext cx="12370601" cy="5886450"/>
          </a:xfrm>
          <a:prstGeom prst="rect">
            <a:avLst/>
          </a:prstGeom>
        </p:spPr>
      </p:pic>
    </p:spTree>
    <p:extLst>
      <p:ext uri="{BB962C8B-B14F-4D97-AF65-F5344CB8AC3E}">
        <p14:creationId xmlns:p14="http://schemas.microsoft.com/office/powerpoint/2010/main" val="25817005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3B66B-1298-1AA2-C8A5-225DB31E4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3DB66B-59BB-9FC8-7CDA-1010CF6D8912}"/>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7384BA82-545E-0B07-7498-A0870EE6C3B9}"/>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図 25">
            <a:extLst>
              <a:ext uri="{FF2B5EF4-FFF2-40B4-BE49-F238E27FC236}">
                <a16:creationId xmlns:a16="http://schemas.microsoft.com/office/drawing/2014/main" id="{568A24C7-BF88-EC84-9BD0-1A38ECFA7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793" y="1108444"/>
            <a:ext cx="11734800" cy="5583909"/>
          </a:xfrm>
          <a:prstGeom prst="rect">
            <a:avLst/>
          </a:prstGeom>
        </p:spPr>
      </p:pic>
    </p:spTree>
    <p:extLst>
      <p:ext uri="{BB962C8B-B14F-4D97-AF65-F5344CB8AC3E}">
        <p14:creationId xmlns:p14="http://schemas.microsoft.com/office/powerpoint/2010/main" val="42514318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6604-5CD0-5BF8-FA27-5CB24A0C18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131D8B-A310-3B42-960B-522D0A53D805}"/>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32431DE3-2686-520C-2733-61B92FF07FDE}"/>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図 23">
            <a:extLst>
              <a:ext uri="{FF2B5EF4-FFF2-40B4-BE49-F238E27FC236}">
                <a16:creationId xmlns:a16="http://schemas.microsoft.com/office/drawing/2014/main" id="{1F5FF307-80A8-1795-C630-69A04A6E9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93" y="956112"/>
            <a:ext cx="12115800" cy="5765205"/>
          </a:xfrm>
          <a:prstGeom prst="rect">
            <a:avLst/>
          </a:prstGeom>
        </p:spPr>
      </p:pic>
    </p:spTree>
    <p:extLst>
      <p:ext uri="{BB962C8B-B14F-4D97-AF65-F5344CB8AC3E}">
        <p14:creationId xmlns:p14="http://schemas.microsoft.com/office/powerpoint/2010/main" val="993195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4D660-20BD-F220-4BC4-8D8C08C94A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BBD3A8-001A-58B1-B043-9681DC6C002B}"/>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76C3FC5B-ECAC-6657-B358-CAFD5E86EB1F}"/>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図 21">
            <a:extLst>
              <a:ext uri="{FF2B5EF4-FFF2-40B4-BE49-F238E27FC236}">
                <a16:creationId xmlns:a16="http://schemas.microsoft.com/office/drawing/2014/main" id="{03848E4D-4C95-553F-513F-384067C8E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069" y="1038225"/>
            <a:ext cx="11811000" cy="5620168"/>
          </a:xfrm>
          <a:prstGeom prst="rect">
            <a:avLst/>
          </a:prstGeom>
        </p:spPr>
      </p:pic>
    </p:spTree>
    <p:extLst>
      <p:ext uri="{BB962C8B-B14F-4D97-AF65-F5344CB8AC3E}">
        <p14:creationId xmlns:p14="http://schemas.microsoft.com/office/powerpoint/2010/main" val="20916726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6C50-94A8-A52F-A1E5-CBCD727D9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507CE1-FADF-CB4E-11CA-60D67B6CF711}"/>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370A2E75-E23C-3DB5-17EB-87591182664D}"/>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図 19">
            <a:extLst>
              <a:ext uri="{FF2B5EF4-FFF2-40B4-BE49-F238E27FC236}">
                <a16:creationId xmlns:a16="http://schemas.microsoft.com/office/drawing/2014/main" id="{54DDCE08-DB7B-24C9-D847-FCD936D976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311" y="976382"/>
            <a:ext cx="12050327" cy="5734050"/>
          </a:xfrm>
          <a:prstGeom prst="rect">
            <a:avLst/>
          </a:prstGeom>
        </p:spPr>
      </p:pic>
    </p:spTree>
    <p:extLst>
      <p:ext uri="{BB962C8B-B14F-4D97-AF65-F5344CB8AC3E}">
        <p14:creationId xmlns:p14="http://schemas.microsoft.com/office/powerpoint/2010/main" val="458070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161DE-2923-158C-2FBC-282515A53B4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336B62-C50A-4A74-DA73-E104F4AE82C0}"/>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8E941419-3A31-95D0-E57F-1DD83A56D18C}"/>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図 17">
            <a:extLst>
              <a:ext uri="{FF2B5EF4-FFF2-40B4-BE49-F238E27FC236}">
                <a16:creationId xmlns:a16="http://schemas.microsoft.com/office/drawing/2014/main" id="{3DAF83DF-4F1C-BA0A-BFAB-56B0E1CBC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030" y="914400"/>
            <a:ext cx="12050325" cy="5734049"/>
          </a:xfrm>
          <a:prstGeom prst="rect">
            <a:avLst/>
          </a:prstGeom>
        </p:spPr>
      </p:pic>
    </p:spTree>
    <p:extLst>
      <p:ext uri="{BB962C8B-B14F-4D97-AF65-F5344CB8AC3E}">
        <p14:creationId xmlns:p14="http://schemas.microsoft.com/office/powerpoint/2010/main" val="22504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405B3-6E8C-E04D-33B7-678DBBC983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CAD621-6CAF-C7A9-3F41-8E6978C9B55A}"/>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27CFEC70-2B8D-A65A-B75D-20DC7BEBED58}"/>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図 15">
            <a:extLst>
              <a:ext uri="{FF2B5EF4-FFF2-40B4-BE49-F238E27FC236}">
                <a16:creationId xmlns:a16="http://schemas.microsoft.com/office/drawing/2014/main" id="{1F1ADAF2-9989-FD69-1BEA-7D921E3AB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8" y="885825"/>
            <a:ext cx="12170429" cy="5791200"/>
          </a:xfrm>
          <a:prstGeom prst="rect">
            <a:avLst/>
          </a:prstGeom>
        </p:spPr>
      </p:pic>
    </p:spTree>
    <p:extLst>
      <p:ext uri="{BB962C8B-B14F-4D97-AF65-F5344CB8AC3E}">
        <p14:creationId xmlns:p14="http://schemas.microsoft.com/office/powerpoint/2010/main" val="20427070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1D53-4292-A38F-45D5-5C09F82CC7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87ECA0-33B6-EF26-FDEE-78C199E8FF48}"/>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51748CDB-068F-E3FD-4DA2-04F7315AE64D}"/>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図 13">
            <a:extLst>
              <a:ext uri="{FF2B5EF4-FFF2-40B4-BE49-F238E27FC236}">
                <a16:creationId xmlns:a16="http://schemas.microsoft.com/office/drawing/2014/main" id="{9EE2CE3B-91FD-1AD2-21C0-BA24EE38F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75" y="898822"/>
            <a:ext cx="12115800" cy="5765205"/>
          </a:xfrm>
          <a:prstGeom prst="rect">
            <a:avLst/>
          </a:prstGeom>
        </p:spPr>
      </p:pic>
    </p:spTree>
    <p:extLst>
      <p:ext uri="{BB962C8B-B14F-4D97-AF65-F5344CB8AC3E}">
        <p14:creationId xmlns:p14="http://schemas.microsoft.com/office/powerpoint/2010/main" val="42088641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5B7EA-0B54-DBC4-71D8-C2E3EFAA1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AE961D-F736-3410-8CBD-2CF5CB336103}"/>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FC58C1C3-86CE-D02B-6009-2A23DA353151}"/>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図 11">
            <a:extLst>
              <a:ext uri="{FF2B5EF4-FFF2-40B4-BE49-F238E27FC236}">
                <a16:creationId xmlns:a16="http://schemas.microsoft.com/office/drawing/2014/main" id="{98BA66AC-C726-99A7-87E2-68F2B03B6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9" y="885825"/>
            <a:ext cx="12268200" cy="5837723"/>
          </a:xfrm>
          <a:prstGeom prst="rect">
            <a:avLst/>
          </a:prstGeom>
        </p:spPr>
      </p:pic>
    </p:spTree>
    <p:extLst>
      <p:ext uri="{BB962C8B-B14F-4D97-AF65-F5344CB8AC3E}">
        <p14:creationId xmlns:p14="http://schemas.microsoft.com/office/powerpoint/2010/main" val="22289510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55A7-5470-CDE5-F20B-6ED06D6997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8016F0-90FE-7395-5412-A9EA0C8B7B94}"/>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D818CB90-C679-478B-57B2-88DACA0ED186}"/>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図 9">
            <a:extLst>
              <a:ext uri="{FF2B5EF4-FFF2-40B4-BE49-F238E27FC236}">
                <a16:creationId xmlns:a16="http://schemas.microsoft.com/office/drawing/2014/main" id="{6EDB8AE6-27BE-5114-FB33-DDA3890DE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69" y="919052"/>
            <a:ext cx="12100602" cy="5757973"/>
          </a:xfrm>
          <a:prstGeom prst="rect">
            <a:avLst/>
          </a:prstGeom>
        </p:spPr>
      </p:pic>
    </p:spTree>
    <p:extLst>
      <p:ext uri="{BB962C8B-B14F-4D97-AF65-F5344CB8AC3E}">
        <p14:creationId xmlns:p14="http://schemas.microsoft.com/office/powerpoint/2010/main" val="18508366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F0AFF-FA0E-27C5-AD09-BA71C3C68D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89D5B2-58CE-A392-BFCE-6C8FF00E5B31}"/>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0FC405DD-C20A-B8BB-9EBB-90E1FF028B22}"/>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図 7">
            <a:extLst>
              <a:ext uri="{FF2B5EF4-FFF2-40B4-BE49-F238E27FC236}">
                <a16:creationId xmlns:a16="http://schemas.microsoft.com/office/drawing/2014/main" id="{CD9674AA-0636-B351-6BDE-FD517B188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669" y="962025"/>
            <a:ext cx="12039600" cy="5728946"/>
          </a:xfrm>
          <a:prstGeom prst="rect">
            <a:avLst/>
          </a:prstGeom>
        </p:spPr>
      </p:pic>
    </p:spTree>
    <p:extLst>
      <p:ext uri="{BB962C8B-B14F-4D97-AF65-F5344CB8AC3E}">
        <p14:creationId xmlns:p14="http://schemas.microsoft.com/office/powerpoint/2010/main" val="3641054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3655-F69F-0FE3-4A2C-315A1A5251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5BF54A-91D1-0F0B-C166-7D328ACEAB3E}"/>
              </a:ext>
            </a:extLst>
          </p:cNvPr>
          <p:cNvSpPr>
            <a:spLocks noGrp="1"/>
          </p:cNvSpPr>
          <p:nvPr>
            <p:ph type="title"/>
          </p:nvPr>
        </p:nvSpPr>
        <p:spPr/>
        <p:txBody>
          <a:bodyPr/>
          <a:lstStyle/>
          <a:p>
            <a:r>
              <a:rPr lang="ja-JP" altLang="en-US" dirty="0"/>
              <a:t>生産管理画面</a:t>
            </a:r>
            <a:endParaRPr lang="en-US" dirty="0"/>
          </a:p>
        </p:txBody>
      </p:sp>
      <p:sp>
        <p:nvSpPr>
          <p:cNvPr id="71" name="正方形/長方形 70">
            <a:extLst>
              <a:ext uri="{FF2B5EF4-FFF2-40B4-BE49-F238E27FC236}">
                <a16:creationId xmlns:a16="http://schemas.microsoft.com/office/drawing/2014/main" id="{C2EE3A11-BCA1-753F-EC0E-502543BE3643}"/>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8C340F51-C768-F8B1-ED01-D2BF2D851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978" y="885825"/>
            <a:ext cx="12170430" cy="5791200"/>
          </a:xfrm>
          <a:prstGeom prst="rect">
            <a:avLst/>
          </a:prstGeom>
        </p:spPr>
      </p:pic>
    </p:spTree>
    <p:extLst>
      <p:ext uri="{BB962C8B-B14F-4D97-AF65-F5344CB8AC3E}">
        <p14:creationId xmlns:p14="http://schemas.microsoft.com/office/powerpoint/2010/main" val="959786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763D1-0D47-E083-FFD3-ABC8F9FF9C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7B9B49-A230-712D-6919-46E3708D29D9}"/>
              </a:ext>
            </a:extLst>
          </p:cNvPr>
          <p:cNvSpPr>
            <a:spLocks noGrp="1"/>
          </p:cNvSpPr>
          <p:nvPr>
            <p:ph type="title"/>
          </p:nvPr>
        </p:nvSpPr>
        <p:spPr/>
        <p:txBody>
          <a:bodyPr/>
          <a:lstStyle/>
          <a:p>
            <a:r>
              <a:rPr lang="ja-JP" altLang="en-US" dirty="0"/>
              <a:t>生産管理画面</a:t>
            </a:r>
            <a:endParaRPr lang="en-US" dirty="0"/>
          </a:p>
        </p:txBody>
      </p:sp>
      <p:sp>
        <p:nvSpPr>
          <p:cNvPr id="66" name="正方形/長方形 65">
            <a:extLst>
              <a:ext uri="{FF2B5EF4-FFF2-40B4-BE49-F238E27FC236}">
                <a16:creationId xmlns:a16="http://schemas.microsoft.com/office/drawing/2014/main" id="{4D15AB1E-A40D-5352-725F-F19250E02AAC}"/>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64D4E612-FF97-8428-31FC-CFB1309FD2EB}"/>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FB157F4B-47D2-35DE-0246-25D043E20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05" y="885825"/>
            <a:ext cx="12068175" cy="5742543"/>
          </a:xfrm>
          <a:prstGeom prst="rect">
            <a:avLst/>
          </a:prstGeom>
        </p:spPr>
      </p:pic>
    </p:spTree>
    <p:extLst>
      <p:ext uri="{BB962C8B-B14F-4D97-AF65-F5344CB8AC3E}">
        <p14:creationId xmlns:p14="http://schemas.microsoft.com/office/powerpoint/2010/main" val="29120107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74D8A-F750-D0F6-3158-3EEA1B2F07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EE3163-BD23-42B8-348D-4EAA402B5F19}"/>
              </a:ext>
            </a:extLst>
          </p:cNvPr>
          <p:cNvSpPr>
            <a:spLocks noGrp="1"/>
          </p:cNvSpPr>
          <p:nvPr>
            <p:ph type="title"/>
          </p:nvPr>
        </p:nvSpPr>
        <p:spPr/>
        <p:txBody>
          <a:bodyPr/>
          <a:lstStyle/>
          <a:p>
            <a:r>
              <a:rPr lang="ja-JP" altLang="en-US" dirty="0"/>
              <a:t>生産管理画面</a:t>
            </a:r>
            <a:endParaRPr lang="en-US" dirty="0"/>
          </a:p>
        </p:txBody>
      </p:sp>
      <p:sp>
        <p:nvSpPr>
          <p:cNvPr id="66" name="正方形/長方形 65">
            <a:extLst>
              <a:ext uri="{FF2B5EF4-FFF2-40B4-BE49-F238E27FC236}">
                <a16:creationId xmlns:a16="http://schemas.microsoft.com/office/drawing/2014/main" id="{7A33DC4E-2394-E8AF-65BC-43C5C0CD2B09}"/>
              </a:ext>
            </a:extLst>
          </p:cNvPr>
          <p:cNvSpPr/>
          <p:nvPr/>
        </p:nvSpPr>
        <p:spPr>
          <a:xfrm>
            <a:off x="3460179" y="3758678"/>
            <a:ext cx="782563" cy="2384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正方形/長方形 70">
            <a:extLst>
              <a:ext uri="{FF2B5EF4-FFF2-40B4-BE49-F238E27FC236}">
                <a16:creationId xmlns:a16="http://schemas.microsoft.com/office/drawing/2014/main" id="{B09B1966-DE49-EFAB-8C24-BD50FD20E287}"/>
              </a:ext>
            </a:extLst>
          </p:cNvPr>
          <p:cNvSpPr/>
          <p:nvPr/>
        </p:nvSpPr>
        <p:spPr>
          <a:xfrm>
            <a:off x="6746193" y="1779294"/>
            <a:ext cx="3405076" cy="12401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図 9">
            <a:extLst>
              <a:ext uri="{FF2B5EF4-FFF2-40B4-BE49-F238E27FC236}">
                <a16:creationId xmlns:a16="http://schemas.microsoft.com/office/drawing/2014/main" id="{92A654FB-57AF-619D-8F2E-92C359466C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694" y="985800"/>
            <a:ext cx="13011150" cy="6191250"/>
          </a:xfrm>
          <a:prstGeom prst="rect">
            <a:avLst/>
          </a:prstGeom>
        </p:spPr>
      </p:pic>
    </p:spTree>
    <p:extLst>
      <p:ext uri="{BB962C8B-B14F-4D97-AF65-F5344CB8AC3E}">
        <p14:creationId xmlns:p14="http://schemas.microsoft.com/office/powerpoint/2010/main" val="22094770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2E5F0-1092-B65D-FB57-BC009C1019C0}"/>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AF94B7C4-2657-92B9-2AA7-F330791E52D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07269" y="1007598"/>
            <a:ext cx="11658600" cy="5547654"/>
          </a:xfrm>
        </p:spPr>
      </p:pic>
      <p:sp>
        <p:nvSpPr>
          <p:cNvPr id="11" name="タイトル 1">
            <a:extLst>
              <a:ext uri="{FF2B5EF4-FFF2-40B4-BE49-F238E27FC236}">
                <a16:creationId xmlns:a16="http://schemas.microsoft.com/office/drawing/2014/main" id="{1E98610E-8444-9A03-9A7F-7C98D10AF800}"/>
              </a:ext>
            </a:extLst>
          </p:cNvPr>
          <p:cNvSpPr txBox="1">
            <a:spLocks/>
          </p:cNvSpPr>
          <p:nvPr/>
        </p:nvSpPr>
        <p:spPr>
          <a:xfrm>
            <a:off x="1125786" y="567042"/>
            <a:ext cx="11497766" cy="384721"/>
          </a:xfrm>
          <a:prstGeom prst="rect">
            <a:avLst/>
          </a:prstGeom>
        </p:spPr>
        <p:txBody>
          <a:bodyPr wrap="square" lIns="0" tIns="0" rIns="0" bIns="0">
            <a:spAutoFit/>
          </a:bodyPr>
          <a:lstStyle>
            <a:lvl1pPr>
              <a:defRPr sz="2500" b="1" i="0">
                <a:solidFill>
                  <a:srgbClr val="002034"/>
                </a:solidFill>
                <a:latin typeface="Microsoft YaHei"/>
                <a:ea typeface="+mj-ea"/>
                <a:cs typeface="Microsoft YaHei"/>
              </a:defRPr>
            </a:lvl1pPr>
          </a:lstStyle>
          <a:p>
            <a:r>
              <a:rPr lang="ja-JP" altLang="en-US"/>
              <a:t>生産管理画面</a:t>
            </a:r>
            <a:endParaRPr lang="en-US" dirty="0"/>
          </a:p>
        </p:txBody>
      </p:sp>
    </p:spTree>
    <p:extLst>
      <p:ext uri="{BB962C8B-B14F-4D97-AF65-F5344CB8AC3E}">
        <p14:creationId xmlns:p14="http://schemas.microsoft.com/office/powerpoint/2010/main" val="30111217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コンテンツ プレースホルダー 7">
            <a:extLst>
              <a:ext uri="{FF2B5EF4-FFF2-40B4-BE49-F238E27FC236}">
                <a16:creationId xmlns:a16="http://schemas.microsoft.com/office/drawing/2014/main" id="{91B37DBC-9AAC-760E-0FD4-EFA864CDBF67}"/>
              </a:ext>
            </a:extLst>
          </p:cNvPr>
          <p:cNvPicPr>
            <a:picLocks noGrp="1"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1007269" y="1114425"/>
            <a:ext cx="11529873" cy="5486400"/>
          </a:xfrm>
        </p:spPr>
      </p:pic>
      <p:sp>
        <p:nvSpPr>
          <p:cNvPr id="11" name="タイトル 1">
            <a:extLst>
              <a:ext uri="{FF2B5EF4-FFF2-40B4-BE49-F238E27FC236}">
                <a16:creationId xmlns:a16="http://schemas.microsoft.com/office/drawing/2014/main" id="{390D910B-8659-B3E3-2C75-3825C636F2A7}"/>
              </a:ext>
            </a:extLst>
          </p:cNvPr>
          <p:cNvSpPr txBox="1">
            <a:spLocks/>
          </p:cNvSpPr>
          <p:nvPr/>
        </p:nvSpPr>
        <p:spPr>
          <a:xfrm>
            <a:off x="1125786" y="567042"/>
            <a:ext cx="11497766" cy="384721"/>
          </a:xfrm>
          <a:prstGeom prst="rect">
            <a:avLst/>
          </a:prstGeom>
        </p:spPr>
        <p:txBody>
          <a:bodyPr wrap="square" lIns="0" tIns="0" rIns="0" bIns="0">
            <a:spAutoFit/>
          </a:bodyPr>
          <a:lstStyle>
            <a:lvl1pPr>
              <a:defRPr sz="2500" b="1" i="0">
                <a:solidFill>
                  <a:srgbClr val="002034"/>
                </a:solidFill>
                <a:latin typeface="Microsoft YaHei"/>
                <a:ea typeface="+mj-ea"/>
                <a:cs typeface="Microsoft YaHei"/>
              </a:defRPr>
            </a:lvl1pPr>
          </a:lstStyle>
          <a:p>
            <a:r>
              <a:rPr lang="ja-JP" altLang="en-US"/>
              <a:t>生産管理画面</a:t>
            </a:r>
            <a:endParaRPr lang="en-US" dirty="0"/>
          </a:p>
        </p:txBody>
      </p:sp>
    </p:spTree>
    <p:extLst>
      <p:ext uri="{BB962C8B-B14F-4D97-AF65-F5344CB8AC3E}">
        <p14:creationId xmlns:p14="http://schemas.microsoft.com/office/powerpoint/2010/main" val="315288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9235-BBC3-CD74-C43E-A1A32C80528D}"/>
            </a:ext>
          </a:extLst>
        </p:cNvPr>
        <p:cNvGrpSpPr/>
        <p:nvPr/>
      </p:nvGrpSpPr>
      <p:grpSpPr>
        <a:xfrm>
          <a:off x="0" y="0"/>
          <a:ext cx="0" cy="0"/>
          <a:chOff x="0" y="0"/>
          <a:chExt cx="0" cy="0"/>
        </a:xfrm>
      </p:grpSpPr>
      <p:pic>
        <p:nvPicPr>
          <p:cNvPr id="23" name="図 22" descr="スーツを着た男性と女性&#10;&#10;中程度の精度で自動的に生成された説明">
            <a:extLst>
              <a:ext uri="{FF2B5EF4-FFF2-40B4-BE49-F238E27FC236}">
                <a16:creationId xmlns:a16="http://schemas.microsoft.com/office/drawing/2014/main" id="{00A999C5-D2DA-E7C0-C5DF-E22F347711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5823" y="3151"/>
            <a:ext cx="11338715" cy="7556548"/>
          </a:xfrm>
          <a:prstGeom prst="rect">
            <a:avLst/>
          </a:prstGeom>
        </p:spPr>
      </p:pic>
      <p:sp>
        <p:nvSpPr>
          <p:cNvPr id="5" name="正方形/長方形 4">
            <a:extLst>
              <a:ext uri="{FF2B5EF4-FFF2-40B4-BE49-F238E27FC236}">
                <a16:creationId xmlns:a16="http://schemas.microsoft.com/office/drawing/2014/main" id="{F9E173E8-40BF-F10A-CE86-6DA477271572}"/>
              </a:ext>
            </a:extLst>
          </p:cNvPr>
          <p:cNvSpPr/>
          <p:nvPr/>
        </p:nvSpPr>
        <p:spPr>
          <a:xfrm>
            <a:off x="2074069" y="-3151"/>
            <a:ext cx="11370469" cy="7562850"/>
          </a:xfrm>
          <a:prstGeom prst="rect">
            <a:avLst/>
          </a:prstGeom>
          <a:gradFill flip="none" rotWithShape="1">
            <a:gsLst>
              <a:gs pos="13000">
                <a:schemeClr val="accent1">
                  <a:lumMod val="5000"/>
                  <a:lumOff val="95000"/>
                  <a:alpha val="50823"/>
                </a:schemeClr>
              </a:gs>
              <a:gs pos="86000">
                <a:srgbClr val="0E51A8">
                  <a:alpha val="25773"/>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2" name="正方形/長方形 1">
            <a:extLst>
              <a:ext uri="{FF2B5EF4-FFF2-40B4-BE49-F238E27FC236}">
                <a16:creationId xmlns:a16="http://schemas.microsoft.com/office/drawing/2014/main" id="{79FCFA78-E25F-5218-B0C6-D845DFD51D34}"/>
              </a:ext>
            </a:extLst>
          </p:cNvPr>
          <p:cNvSpPr/>
          <p:nvPr/>
        </p:nvSpPr>
        <p:spPr>
          <a:xfrm>
            <a:off x="0" y="4209775"/>
            <a:ext cx="13444538" cy="2532463"/>
          </a:xfrm>
          <a:prstGeom prst="rect">
            <a:avLst/>
          </a:prstGeom>
          <a:solidFill>
            <a:schemeClr val="bg1">
              <a:lumMod val="95000"/>
              <a:alpha val="6888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ts val="2700"/>
              </a:lnSpc>
              <a:spcBef>
                <a:spcPts val="0"/>
              </a:spcBef>
              <a:spcAft>
                <a:spcPts val="0"/>
              </a:spcAft>
              <a:buClrTx/>
              <a:buSzTx/>
              <a:buFontTx/>
              <a:buNone/>
              <a:tabLst/>
              <a:defRPr/>
            </a:pPr>
            <a:endParaRPr kumimoji="1" lang="ja-JP" altLang="en-US" sz="1600" b="0" i="0" u="none" strike="noStrike" kern="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7" name="片側の 2 つの角を丸めた四角形 6">
            <a:extLst>
              <a:ext uri="{FF2B5EF4-FFF2-40B4-BE49-F238E27FC236}">
                <a16:creationId xmlns:a16="http://schemas.microsoft.com/office/drawing/2014/main" id="{4F03789E-62B7-30C7-6F35-50F92E5F6A32}"/>
              </a:ext>
            </a:extLst>
          </p:cNvPr>
          <p:cNvSpPr/>
          <p:nvPr/>
        </p:nvSpPr>
        <p:spPr>
          <a:xfrm rot="5400000">
            <a:off x="2791130" y="380694"/>
            <a:ext cx="1521008" cy="7103269"/>
          </a:xfrm>
          <a:prstGeom prst="round2SameRect">
            <a:avLst>
              <a:gd name="adj1" fmla="val 7436"/>
              <a:gd name="adj2" fmla="val 0"/>
            </a:avLst>
          </a:prstGeom>
          <a:solidFill>
            <a:srgbClr val="001F60">
              <a:alpha val="8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33" name="object 33">
            <a:extLst>
              <a:ext uri="{FF2B5EF4-FFF2-40B4-BE49-F238E27FC236}">
                <a16:creationId xmlns:a16="http://schemas.microsoft.com/office/drawing/2014/main" id="{F311E58C-F5C3-C071-B598-3A4628FEF818}"/>
              </a:ext>
            </a:extLst>
          </p:cNvPr>
          <p:cNvSpPr txBox="1">
            <a:spLocks noGrp="1"/>
          </p:cNvSpPr>
          <p:nvPr>
            <p:ph type="title" idx="4294967295"/>
          </p:nvPr>
        </p:nvSpPr>
        <p:spPr>
          <a:xfrm>
            <a:off x="-2421730" y="3822474"/>
            <a:ext cx="11049000" cy="477054"/>
          </a:xfrm>
          <a:prstGeom prst="rect">
            <a:avLst/>
          </a:prstGeom>
          <a:noFill/>
          <a:ln>
            <a:noFill/>
          </a:ln>
        </p:spPr>
        <p:txBody>
          <a:bodyPr vert="horz" wrap="square" lIns="0" tIns="45720" rIns="0" bIns="0" rtlCol="0">
            <a:spAutoFit/>
          </a:bodyPr>
          <a:lstStyle/>
          <a:p>
            <a:pPr algn="ctr">
              <a:spcBef>
                <a:spcPts val="340"/>
              </a:spcBef>
            </a:pPr>
            <a:r>
              <a:rPr lang="en-US" altLang="ja-JP" sz="2800" b="1" spc="850" dirty="0" err="1">
                <a:solidFill>
                  <a:schemeClr val="bg1"/>
                </a:solidFill>
                <a:latin typeface="Yu Gothic" panose="020B0400000000000000" pitchFamily="34" charset="-128"/>
                <a:ea typeface="Yu Gothic" panose="020B0400000000000000" pitchFamily="34" charset="-128"/>
                <a:cs typeface="游ゴシック Medium"/>
              </a:rPr>
              <a:t>Xrosspoint</a:t>
            </a:r>
            <a:r>
              <a:rPr lang="ja-JP" altLang="en-US" sz="2800" b="1" spc="850">
                <a:solidFill>
                  <a:schemeClr val="bg1"/>
                </a:solidFill>
                <a:latin typeface="Yu Gothic" panose="020B0400000000000000" pitchFamily="34" charset="-128"/>
                <a:ea typeface="Yu Gothic" panose="020B0400000000000000" pitchFamily="34" charset="-128"/>
                <a:cs typeface="游ゴシック Medium"/>
              </a:rPr>
              <a:t>株式会社</a:t>
            </a:r>
            <a:endParaRPr sz="2800" b="1" dirty="0">
              <a:solidFill>
                <a:schemeClr val="bg1"/>
              </a:solidFill>
              <a:latin typeface="Yu Gothic" panose="020B0400000000000000" pitchFamily="34" charset="-128"/>
              <a:ea typeface="Yu Gothic" panose="020B0400000000000000" pitchFamily="34" charset="-128"/>
              <a:cs typeface="游ゴシック Medium"/>
            </a:endParaRPr>
          </a:p>
        </p:txBody>
      </p:sp>
      <p:sp>
        <p:nvSpPr>
          <p:cNvPr id="16" name="object 33">
            <a:extLst>
              <a:ext uri="{FF2B5EF4-FFF2-40B4-BE49-F238E27FC236}">
                <a16:creationId xmlns:a16="http://schemas.microsoft.com/office/drawing/2014/main" id="{E3426A08-D835-5E21-80F8-AFF8AC22334A}"/>
              </a:ext>
            </a:extLst>
          </p:cNvPr>
          <p:cNvSpPr txBox="1">
            <a:spLocks/>
          </p:cNvSpPr>
          <p:nvPr/>
        </p:nvSpPr>
        <p:spPr>
          <a:xfrm>
            <a:off x="-3945731" y="3476625"/>
            <a:ext cx="11049000" cy="292388"/>
          </a:xfrm>
          <a:prstGeom prst="rect">
            <a:avLst/>
          </a:prstGeom>
          <a:noFill/>
          <a:ln>
            <a:noFill/>
          </a:ln>
        </p:spPr>
        <p:txBody>
          <a:bodyPr vert="horz" wrap="square" lIns="0" tIns="45720" rIns="0" bIns="0" rtlCol="0">
            <a:spAutoFit/>
          </a:bodyPr>
          <a:lstStyle>
            <a:lvl1pPr>
              <a:defRPr>
                <a:latin typeface="+mj-lt"/>
                <a:ea typeface="+mj-ea"/>
                <a:cs typeface="+mj-cs"/>
              </a:defRPr>
            </a:lvl1pPr>
          </a:lstStyle>
          <a:p>
            <a:pPr marL="0" marR="0" lvl="0" indent="0" algn="ctr" defTabSz="914400" eaLnBrk="1" fontAlgn="auto" latinLnBrk="0" hangingPunct="1">
              <a:lnSpc>
                <a:spcPct val="100000"/>
              </a:lnSpc>
              <a:spcBef>
                <a:spcPts val="340"/>
              </a:spcBef>
              <a:spcAft>
                <a:spcPts val="0"/>
              </a:spcAft>
              <a:buClrTx/>
              <a:buSzTx/>
              <a:buFontTx/>
              <a:buNone/>
              <a:tabLst/>
              <a:defRPr/>
            </a:pPr>
            <a:r>
              <a:rPr kumimoji="0" lang="ja-JP" altLang="en-US" sz="1600" b="0" i="0" u="none" strike="noStrike" kern="0" cap="none" spc="300" normalizeH="0" baseline="0" noProof="0">
                <a:ln>
                  <a:noFill/>
                </a:ln>
                <a:solidFill>
                  <a:prstClr val="white"/>
                </a:solidFill>
                <a:effectLst/>
                <a:uLnTx/>
                <a:uFillTx/>
                <a:latin typeface="Yu Gothic" panose="020B0400000000000000" pitchFamily="34" charset="-128"/>
                <a:ea typeface="Yu Gothic" panose="020B0400000000000000" pitchFamily="34" charset="-128"/>
                <a:cs typeface="游ゴシック Medium"/>
              </a:rPr>
              <a:t>お問い合わせ先</a:t>
            </a:r>
            <a:endParaRPr kumimoji="0" lang="ja-JP" altLang="en-US" sz="1600" b="0" i="0" u="none" strike="noStrike" kern="0" cap="none" spc="300" normalizeH="0" baseline="0" noProof="0" dirty="0">
              <a:ln>
                <a:noFill/>
              </a:ln>
              <a:solidFill>
                <a:prstClr val="white"/>
              </a:solidFill>
              <a:effectLst/>
              <a:uLnTx/>
              <a:uFillTx/>
              <a:latin typeface="Yu Gothic" panose="020B0400000000000000" pitchFamily="34" charset="-128"/>
              <a:ea typeface="Yu Gothic" panose="020B0400000000000000" pitchFamily="34" charset="-128"/>
              <a:cs typeface="游ゴシック Medium"/>
            </a:endParaRPr>
          </a:p>
        </p:txBody>
      </p:sp>
      <p:cxnSp>
        <p:nvCxnSpPr>
          <p:cNvPr id="18" name="直線コネクタ 17">
            <a:extLst>
              <a:ext uri="{FF2B5EF4-FFF2-40B4-BE49-F238E27FC236}">
                <a16:creationId xmlns:a16="http://schemas.microsoft.com/office/drawing/2014/main" id="{C8CB05CE-FCD3-E564-B12A-7105CA0437FB}"/>
              </a:ext>
            </a:extLst>
          </p:cNvPr>
          <p:cNvCxnSpPr/>
          <p:nvPr/>
        </p:nvCxnSpPr>
        <p:spPr>
          <a:xfrm>
            <a:off x="702470" y="4391025"/>
            <a:ext cx="5486400" cy="0"/>
          </a:xfrm>
          <a:prstGeom prst="line">
            <a:avLst/>
          </a:prstGeom>
          <a:ln w="34925">
            <a:gradFill flip="none" rotWithShape="1">
              <a:gsLst>
                <a:gs pos="0">
                  <a:schemeClr val="accent1">
                    <a:lumMod val="5000"/>
                    <a:lumOff val="95000"/>
                  </a:schemeClr>
                </a:gs>
                <a:gs pos="100000">
                  <a:schemeClr val="bg1">
                    <a:alpha val="10324"/>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0" name="図 9" descr="図形&#10;&#10;低い精度で自動的に生成された説明">
            <a:extLst>
              <a:ext uri="{FF2B5EF4-FFF2-40B4-BE49-F238E27FC236}">
                <a16:creationId xmlns:a16="http://schemas.microsoft.com/office/drawing/2014/main" id="{B75B11CF-2EE6-2EE6-A497-3257484889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5494" y="5073835"/>
            <a:ext cx="660400" cy="660400"/>
          </a:xfrm>
          <a:prstGeom prst="rect">
            <a:avLst/>
          </a:prstGeom>
        </p:spPr>
      </p:pic>
      <p:pic>
        <p:nvPicPr>
          <p:cNvPr id="13" name="図 12" descr="図形&#10;&#10;低い精度で自動的に生成された説明">
            <a:extLst>
              <a:ext uri="{FF2B5EF4-FFF2-40B4-BE49-F238E27FC236}">
                <a16:creationId xmlns:a16="http://schemas.microsoft.com/office/drawing/2014/main" id="{929C6A9A-F777-3EE2-1A3E-1B8CBB7176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73118" y="5073835"/>
            <a:ext cx="660400" cy="660400"/>
          </a:xfrm>
          <a:prstGeom prst="rect">
            <a:avLst/>
          </a:prstGeom>
        </p:spPr>
      </p:pic>
      <p:pic>
        <p:nvPicPr>
          <p:cNvPr id="15" name="図 14" descr="図形&#10;&#10;低い精度で自動的に生成された説明">
            <a:extLst>
              <a:ext uri="{FF2B5EF4-FFF2-40B4-BE49-F238E27FC236}">
                <a16:creationId xmlns:a16="http://schemas.microsoft.com/office/drawing/2014/main" id="{E04F7260-83E0-5900-A91C-761080EBECD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51269" y="5099246"/>
            <a:ext cx="660401" cy="660401"/>
          </a:xfrm>
          <a:prstGeom prst="rect">
            <a:avLst/>
          </a:prstGeom>
        </p:spPr>
      </p:pic>
      <p:sp>
        <p:nvSpPr>
          <p:cNvPr id="19" name="テキスト ボックス 18">
            <a:extLst>
              <a:ext uri="{FF2B5EF4-FFF2-40B4-BE49-F238E27FC236}">
                <a16:creationId xmlns:a16="http://schemas.microsoft.com/office/drawing/2014/main" id="{04C44578-24B6-BF42-E34E-576B57A9E5EF}"/>
              </a:ext>
            </a:extLst>
          </p:cNvPr>
          <p:cNvSpPr txBox="1"/>
          <p:nvPr/>
        </p:nvSpPr>
        <p:spPr>
          <a:xfrm>
            <a:off x="1159669" y="5759647"/>
            <a:ext cx="4242450" cy="400110"/>
          </a:xfrm>
          <a:prstGeom prst="rect">
            <a:avLst/>
          </a:prstGeom>
          <a:noFill/>
        </p:spPr>
        <p:txBody>
          <a:bodyPr wrap="square">
            <a:spAutoFit/>
          </a:bodyPr>
          <a:lstStyle/>
          <a:p>
            <a:pPr marL="38100" marR="0" lvl="0" indent="0" defTabSz="914400" eaLnBrk="1" fontAlgn="auto" latinLnBrk="0" hangingPunct="1">
              <a:lnSpc>
                <a:spcPct val="100000"/>
              </a:lnSpc>
              <a:spcBef>
                <a:spcPts val="15"/>
              </a:spcBef>
              <a:spcAft>
                <a:spcPts val="0"/>
              </a:spcAft>
              <a:buClrTx/>
              <a:buSzTx/>
              <a:buFontTx/>
              <a:buNone/>
              <a:tabLst/>
              <a:defRPr/>
            </a:pPr>
            <a:r>
              <a:rPr kumimoji="0" lang="en-US" altLang="ja-JP" sz="2000" b="1" i="0" u="none" strike="noStrike" kern="0" cap="none" spc="0"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rPr>
              <a:t>0</a:t>
            </a:r>
            <a:r>
              <a:rPr kumimoji="0" lang="en-US" altLang="ja-JP" sz="2000" b="1" i="0" u="none" strike="noStrike" kern="0" cap="none" spc="55"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rPr>
              <a:t>50</a:t>
            </a:r>
            <a:r>
              <a:rPr kumimoji="0" lang="en-US" altLang="ja-JP" sz="2000" b="1" i="0" u="none" strike="noStrike" kern="0" cap="none" spc="55"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rPr>
              <a:t>-5527-0429</a:t>
            </a:r>
            <a:endParaRPr kumimoji="0" lang="ja-JP" altLang="en-US" sz="2000" b="1" i="0" u="none" strike="noStrike" kern="0" cap="none" spc="55"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9F640FB3-6A23-A42B-ADD7-9FABB32D2621}"/>
              </a:ext>
            </a:extLst>
          </p:cNvPr>
          <p:cNvSpPr txBox="1"/>
          <p:nvPr/>
        </p:nvSpPr>
        <p:spPr>
          <a:xfrm>
            <a:off x="4588669" y="5734235"/>
            <a:ext cx="4242450" cy="400110"/>
          </a:xfrm>
          <a:prstGeom prst="rect">
            <a:avLst/>
          </a:prstGeom>
          <a:noFill/>
        </p:spPr>
        <p:txBody>
          <a:bodyPr wrap="square">
            <a:spAutoFit/>
          </a:bodyPr>
          <a:lstStyle/>
          <a:p>
            <a:pPr marL="17145" marR="0" lvl="0" indent="0" defTabSz="914400" eaLnBrk="1" fontAlgn="auto" latinLnBrk="0" hangingPunct="1">
              <a:lnSpc>
                <a:spcPct val="100000"/>
              </a:lnSpc>
              <a:spcBef>
                <a:spcPts val="0"/>
              </a:spcBef>
              <a:spcAft>
                <a:spcPts val="0"/>
              </a:spcAft>
              <a:buClrTx/>
              <a:buSzTx/>
              <a:buFontTx/>
              <a:buNone/>
              <a:tabLst/>
              <a:defRPr/>
            </a:pPr>
            <a:r>
              <a:rPr kumimoji="0" lang="en" altLang="ja-JP" sz="2000" b="1" i="0" u="none" strike="noStrike" kern="0" cap="none" spc="-10"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hlinkClick r:id="rId7"/>
              </a:rPr>
              <a:t>info@</a:t>
            </a:r>
            <a:r>
              <a:rPr kumimoji="0" lang="ja-JP" altLang="en" sz="2000" b="1" i="0" u="none" strike="noStrike" kern="0" cap="none" spc="-10"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hlinkClick r:id="rId7"/>
              </a:rPr>
              <a:t>ｘ</a:t>
            </a:r>
            <a:r>
              <a:rPr kumimoji="0" lang="en" altLang="ja-JP" sz="2000" b="1" i="0" u="none" strike="noStrike" kern="0" cap="none" spc="-10" normalizeH="0" baseline="0" noProof="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hlinkClick r:id="rId7"/>
              </a:rPr>
              <a:t>rosspoint.co</a:t>
            </a:r>
            <a:r>
              <a:rPr kumimoji="0" lang="en" altLang="ja-JP" sz="2000" b="1" i="0" u="none" strike="noStrike" kern="0" cap="none" spc="-10" normalizeH="0" baseline="0" noProof="0" dirty="0">
                <a:ln>
                  <a:noFill/>
                </a:ln>
                <a:solidFill>
                  <a:srgbClr val="002034"/>
                </a:solidFill>
                <a:effectLst/>
                <a:uLnTx/>
                <a:uFillTx/>
                <a:latin typeface="BIZ UDPゴシック" panose="020B0400000000000000" pitchFamily="50" charset="-128"/>
                <a:ea typeface="BIZ UDPゴシック" panose="020B0400000000000000" pitchFamily="50" charset="-128"/>
                <a:cs typeface="Bahnschrift Light"/>
                <a:hlinkClick r:id="rId7"/>
              </a:rPr>
              <a:t>.jp</a:t>
            </a:r>
            <a:endParaRPr kumimoji="0" lang="en" altLang="ja-JP" sz="2000" b="1" i="0" u="none" strike="noStrike" kern="0" cap="none" spc="0" normalizeH="0" baseline="0" noProof="0" dirty="0">
              <a:ln>
                <a:noFill/>
              </a:ln>
              <a:solidFill>
                <a:sysClr val="windowText" lastClr="000000"/>
              </a:solidFill>
              <a:effectLst/>
              <a:uLnTx/>
              <a:uFillTx/>
              <a:latin typeface="BIZ UDPゴシック" panose="020B0400000000000000" pitchFamily="50" charset="-128"/>
              <a:ea typeface="BIZ UDPゴシック" panose="020B0400000000000000" pitchFamily="50" charset="-128"/>
              <a:cs typeface="Bahnschrift Light"/>
            </a:endParaRPr>
          </a:p>
        </p:txBody>
      </p:sp>
      <p:sp>
        <p:nvSpPr>
          <p:cNvPr id="24" name="テキスト ボックス 23">
            <a:extLst>
              <a:ext uri="{FF2B5EF4-FFF2-40B4-BE49-F238E27FC236}">
                <a16:creationId xmlns:a16="http://schemas.microsoft.com/office/drawing/2014/main" id="{CC75D349-7445-8FDD-D00B-649D93C0D435}"/>
              </a:ext>
            </a:extLst>
          </p:cNvPr>
          <p:cNvSpPr txBox="1"/>
          <p:nvPr/>
        </p:nvSpPr>
        <p:spPr>
          <a:xfrm>
            <a:off x="8446534" y="5759646"/>
            <a:ext cx="4066935" cy="40011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 altLang="ja-JP" sz="2000" b="1" i="0" u="none" strike="noStrike" kern="0" cap="none" spc="0" normalizeH="0" baseline="0" noProof="0" dirty="0">
                <a:ln>
                  <a:noFill/>
                </a:ln>
                <a:solidFill>
                  <a:sysClr val="windowText" lastClr="000000"/>
                </a:solidFill>
                <a:effectLst/>
                <a:uLnTx/>
                <a:uFillTx/>
                <a:latin typeface="Yu Gothic" panose="020B0400000000000000" pitchFamily="34" charset="-128"/>
                <a:ea typeface="Yu Gothic" panose="020B0400000000000000" pitchFamily="34" charset="-128"/>
              </a:rPr>
              <a:t>https://www.</a:t>
            </a:r>
            <a:r>
              <a:rPr lang="en-US" altLang="ja-JP" sz="2000" b="1" dirty="0">
                <a:latin typeface="Yu Gothic" panose="020B0400000000000000" pitchFamily="34" charset="-128"/>
                <a:ea typeface="Yu Gothic" panose="020B0400000000000000" pitchFamily="34" charset="-128"/>
              </a:rPr>
              <a:t>x</a:t>
            </a:r>
            <a:r>
              <a:rPr kumimoji="0" lang="en" altLang="ja-JP" sz="2000" b="1" i="0" u="none" strike="noStrike" kern="0" cap="none" spc="0" normalizeH="0" baseline="0" noProof="0">
                <a:ln>
                  <a:noFill/>
                </a:ln>
                <a:solidFill>
                  <a:sysClr val="windowText" lastClr="000000"/>
                </a:solidFill>
                <a:effectLst/>
                <a:uLnTx/>
                <a:uFillTx/>
                <a:latin typeface="Yu Gothic" panose="020B0400000000000000" pitchFamily="34" charset="-128"/>
                <a:ea typeface="Yu Gothic" panose="020B0400000000000000" pitchFamily="34" charset="-128"/>
              </a:rPr>
              <a:t>rosspoint.co</a:t>
            </a:r>
            <a:r>
              <a:rPr kumimoji="0" lang="en" altLang="ja-JP" sz="2000" b="1" i="0" u="none" strike="noStrike" kern="0" cap="none" spc="0" normalizeH="0" baseline="0" noProof="0" dirty="0">
                <a:ln>
                  <a:noFill/>
                </a:ln>
                <a:solidFill>
                  <a:sysClr val="windowText" lastClr="000000"/>
                </a:solidFill>
                <a:effectLst/>
                <a:uLnTx/>
                <a:uFillTx/>
                <a:latin typeface="Yu Gothic" panose="020B0400000000000000" pitchFamily="34" charset="-128"/>
                <a:ea typeface="Yu Gothic" panose="020B0400000000000000" pitchFamily="34" charset="-128"/>
              </a:rPr>
              <a:t>.jp</a:t>
            </a:r>
          </a:p>
        </p:txBody>
      </p:sp>
    </p:spTree>
    <p:extLst>
      <p:ext uri="{BB962C8B-B14F-4D97-AF65-F5344CB8AC3E}">
        <p14:creationId xmlns:p14="http://schemas.microsoft.com/office/powerpoint/2010/main" val="3801671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203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203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7398</TotalTime>
  <Words>793</Words>
  <Application>Microsoft Office PowerPoint</Application>
  <PresentationFormat>ユーザー設定</PresentationFormat>
  <Paragraphs>153</Paragraphs>
  <Slides>65</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65</vt:i4>
      </vt:variant>
    </vt:vector>
  </HeadingPairs>
  <TitlesOfParts>
    <vt:vector size="75" baseType="lpstr">
      <vt:lpstr>BIZ UDPゴシック</vt:lpstr>
      <vt:lpstr>Microsoft YaHei</vt:lpstr>
      <vt:lpstr>TBUDゴシック R</vt:lpstr>
      <vt:lpstr>Yu Gothic</vt:lpstr>
      <vt:lpstr>Arial</vt:lpstr>
      <vt:lpstr>Calibri</vt:lpstr>
      <vt:lpstr>Segoe UI Symbol</vt:lpstr>
      <vt:lpstr>Wingdings</vt:lpstr>
      <vt:lpstr>Office Theme</vt:lpstr>
      <vt:lpstr>1_Office Theme</vt:lpstr>
      <vt:lpstr>管理システム案</vt:lpstr>
      <vt:lpstr>PowerPoint プレゼンテーション</vt:lpstr>
      <vt:lpstr>シフト管理機能(シフト管理機能)</vt:lpstr>
      <vt:lpstr>シフト管理機能(管理画面)</vt:lpstr>
      <vt:lpstr>シフト管理機能(管理画面)</vt:lpstr>
      <vt:lpstr>シフト管理機能(管理画面)</vt:lpstr>
      <vt:lpstr>シフト管理機能(管理画面)</vt:lpstr>
      <vt:lpstr>シフト管理機能(管理画面)</vt:lpstr>
      <vt:lpstr>シフト管理機能(管理画面)</vt:lpstr>
      <vt:lpstr>シフト管理機能(管理画面)</vt:lpstr>
      <vt:lpstr>シフト管理機能(管理画面)</vt:lpstr>
      <vt:lpstr>シフト管理機能(シフト管理機能)</vt:lpstr>
      <vt:lpstr>シフト管理機能(シフト管理機能)</vt:lpstr>
      <vt:lpstr>シフト管理機能(シフト管理機能)</vt:lpstr>
      <vt:lpstr>シフト管理機能(シフト管理機能)</vt:lpstr>
      <vt:lpstr>シフト管理機能(シフト管理機能)</vt:lpstr>
      <vt:lpstr>シフト管理機能(シフト管理機能)</vt:lpstr>
      <vt:lpstr>シフト管理機能(シフト管理機能)</vt:lpstr>
      <vt:lpstr>栽培計画管理機能(栽培管理機能)</vt:lpstr>
      <vt:lpstr>栽培計画管理機能(栽培管理機能)</vt:lpstr>
      <vt:lpstr>発注管理機能</vt:lpstr>
      <vt:lpstr>発注管理機能</vt:lpstr>
      <vt:lpstr>発注管理機能</vt:lpstr>
      <vt:lpstr>発注管理機能</vt:lpstr>
      <vt:lpstr>発注管理機能</vt:lpstr>
      <vt:lpstr>発注管理機能</vt:lpstr>
      <vt:lpstr>発注管理機能</vt:lpstr>
      <vt:lpstr>発注管理機能</vt:lpstr>
      <vt:lpstr>発注管理機能</vt:lpstr>
      <vt:lpstr>発注管理機能</vt:lpstr>
      <vt:lpstr>発注管理機能</vt:lpstr>
      <vt:lpstr>発注管理機能</vt:lpstr>
      <vt:lpstr>受注管理機能</vt:lpstr>
      <vt:lpstr>受注管理機能</vt:lpstr>
      <vt:lpstr>受注管理機能</vt:lpstr>
      <vt:lpstr>受注管理機能</vt:lpstr>
      <vt:lpstr>受注管理機能</vt:lpstr>
      <vt:lpstr>受注管理機能</vt:lpstr>
      <vt:lpstr>受注管理機能</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生産管理画面</vt:lpstr>
      <vt:lpstr>PowerPoint プレゼンテーション</vt:lpstr>
      <vt:lpstr>PowerPoint プレゼンテーション</vt:lpstr>
      <vt:lpstr>Xrosspoint株式会社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2020年8月期決算説明資料</dc:title>
  <dc:creator>takehiro nakamaru</dc:creator>
  <cp:lastModifiedBy>advisor</cp:lastModifiedBy>
  <cp:revision>3</cp:revision>
  <cp:lastPrinted>2024-06-12T07:11:36Z</cp:lastPrinted>
  <dcterms:created xsi:type="dcterms:W3CDTF">2023-10-26T10:40:12Z</dcterms:created>
  <dcterms:modified xsi:type="dcterms:W3CDTF">2025-04-30T14:36:45Z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2020-10-07T00:00:00Z</vt:filetime>
  </property>
  <property fmtid="{D5CDD505-2E9C-101B-9397-08002B2CF9AE}" pid="3" name="Creator">
    <vt:lpwstr>Adobe Illustrator 24.2 (Windows)</vt:lpwstr>
  </property>
  <property fmtid="{D5CDD505-2E9C-101B-9397-08002B2CF9AE}" pid="4" name="GTS_PDFXConformance">
    <vt:lpwstr>PDF/X-1a:2001</vt:lpwstr>
  </property>
  <property fmtid="{D5CDD505-2E9C-101B-9397-08002B2CF9AE}" pid="5" name="GTS_PDFXVersion">
    <vt:lpwstr>PDF/X-1:2001</vt:lpwstr>
  </property>
  <property fmtid="{D5CDD505-2E9C-101B-9397-08002B2CF9AE}" pid="6" name="LastSaved">
    <vt:filetime>2023-10-26T00:00:00Z</vt:filetime>
  </property>
  <property fmtid="{D5CDD505-2E9C-101B-9397-08002B2CF9AE}" pid="7" name="Producer">
    <vt:lpwstr>Adobe PDF library 15.00</vt:lpwstr>
  </property>
</Properties>
</file>